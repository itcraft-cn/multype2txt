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
  </p:notesMasterIdLst>
  <p:sldIdLst>
    <p:sldId id="256" r:id="rId3"/>
    <p:sldId id="257" r:id="rId4"/>
    <p:sldId id="258" r:id="rId5"/>
    <p:sldId id="259" r:id="rId7"/>
    <p:sldId id="260" r:id="rId8"/>
    <p:sldId id="261" r:id="rId9"/>
    <p:sldId id="262" r:id="rId10"/>
    <p:sldId id="263" r:id="rId11"/>
    <p:sldId id="264" r:id="rId12"/>
    <p:sldId id="266" r:id="rId13"/>
    <p:sldId id="267" r:id="rId14"/>
    <p:sldId id="268" r:id="rId15"/>
    <p:sldId id="269" r:id="rId16"/>
    <p:sldId id="270" r:id="rId17"/>
    <p:sldId id="279" r:id="rId18"/>
    <p:sldId id="280" r:id="rId19"/>
    <p:sldId id="281" r:id="rId20"/>
    <p:sldId id="265" r:id="rId21"/>
    <p:sldId id="272" r:id="rId22"/>
    <p:sldId id="271" r:id="rId23"/>
    <p:sldId id="273" r:id="rId24"/>
    <p:sldId id="274" r:id="rId25"/>
    <p:sldId id="275" r:id="rId26"/>
    <p:sldId id="276" r:id="rId27"/>
    <p:sldId id="277" r:id="rId28"/>
    <p:sldId id="278"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2"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3F205E5B-F34E-4197-AC6B-68CD099D48F1}" type="doc">
      <dgm:prSet loTypeId="urn:microsoft.com/office/officeart/2005/8/layout/target3" loCatId="relationship" qsTypeId="urn:microsoft.com/office/officeart/2005/8/quickstyle/simple1" qsCatId="simple" csTypeId="urn:microsoft.com/office/officeart/2005/8/colors/accent1_2" csCatId="accent1" phldr="0"/>
      <dgm:spPr/>
      <dgm:t>
        <a:bodyPr/>
        <a:p>
          <a:endParaRPr lang="en-US"/>
        </a:p>
      </dgm:t>
    </dgm:pt>
    <dgm:pt modelId="{68E60DAB-0150-4E0F-9BD0-B25B05A5E65E}">
      <dgm:prSet phldrT="[Text]" phldr="0" custT="0"/>
      <dgm:spPr/>
      <dgm:t>
        <a:bodyPr vert="horz" wrap="square"/>
        <a:p>
          <a:pPr>
            <a:lnSpc>
              <a:spcPct val="100000"/>
            </a:lnSpc>
            <a:spcBef>
              <a:spcPct val="0"/>
            </a:spcBef>
            <a:spcAft>
              <a:spcPct val="35000"/>
            </a:spcAft>
          </a:pPr>
          <a:r>
            <a:rPr lang="en-US" altLang="en-US"/>
            <a:t>TCP</a:t>
          </a:r>
          <a:endParaRPr lang="en-US" altLang="en-US"/>
        </a:p>
      </dgm:t>
    </dgm:pt>
    <dgm:pt modelId="{16EEF78B-B212-4AF3-9357-68BDA6494FA2}" cxnId="{E2710E98-D9C2-4645-99F2-7FAB97552CB8}" type="parTrans">
      <dgm:prSet/>
      <dgm:spPr/>
      <dgm:t>
        <a:bodyPr/>
        <a:p>
          <a:endParaRPr lang="en-US"/>
        </a:p>
      </dgm:t>
    </dgm:pt>
    <dgm:pt modelId="{BC1C9F1E-C359-43F6-BD5F-D8C4C0879B2E}" cxnId="{E2710E98-D9C2-4645-99F2-7FAB97552CB8}" type="sibTrans">
      <dgm:prSet/>
      <dgm:spPr/>
      <dgm:t>
        <a:bodyPr/>
        <a:p>
          <a:endParaRPr lang="en-US"/>
        </a:p>
      </dgm:t>
    </dgm:pt>
    <dgm:pt modelId="{9DCDAAE6-DD6D-4281-95D4-237835B31240}">
      <dgm:prSet phldrT="[Text]" phldr="0" custT="0"/>
      <dgm:spPr/>
      <dgm:t>
        <a:bodyPr vert="horz" wrap="square"/>
        <a:p>
          <a:pPr>
            <a:lnSpc>
              <a:spcPct val="100000"/>
            </a:lnSpc>
            <a:spcBef>
              <a:spcPct val="0"/>
            </a:spcBef>
            <a:spcAft>
              <a:spcPct val="15000"/>
            </a:spcAft>
          </a:pPr>
          <a:r>
            <a:rPr lang="en-US" altLang="en-US"/>
            <a:t>IO模型</a:t>
          </a:r>
          <a:r>
            <a:rPr lang="en-US" altLang="en-US"/>
            <a:t/>
          </a:r>
          <a:endParaRPr lang="en-US" altLang="en-US"/>
        </a:p>
      </dgm:t>
    </dgm:pt>
    <dgm:pt modelId="{9E28A11D-3754-44FF-A1C9-7C4D85203380}" cxnId="{AD3F7253-8FBA-464F-A7DD-863A47744B56}" type="parTrans">
      <dgm:prSet/>
      <dgm:spPr/>
      <dgm:t>
        <a:bodyPr/>
        <a:p>
          <a:endParaRPr lang="en-US"/>
        </a:p>
      </dgm:t>
    </dgm:pt>
    <dgm:pt modelId="{5EA8ABE7-7643-440E-91A4-D7927F1909EB}" cxnId="{AD3F7253-8FBA-464F-A7DD-863A47744B56}" type="sibTrans">
      <dgm:prSet/>
      <dgm:spPr/>
      <dgm:t>
        <a:bodyPr/>
        <a:p>
          <a:endParaRPr lang="en-US"/>
        </a:p>
      </dgm:t>
    </dgm:pt>
    <dgm:pt modelId="{1B22D2ED-5C6D-423E-BFD0-2FA6FF8C67B1}">
      <dgm:prSet phldrT="[Text]" phldr="0" custT="0"/>
      <dgm:spPr/>
      <dgm:t>
        <a:bodyPr vert="horz" wrap="square"/>
        <a:p>
          <a:pPr>
            <a:lnSpc>
              <a:spcPct val="100000"/>
            </a:lnSpc>
            <a:spcBef>
              <a:spcPct val="0"/>
            </a:spcBef>
            <a:spcAft>
              <a:spcPct val="35000"/>
            </a:spcAft>
          </a:pPr>
          <a:r>
            <a:rPr lang="en-US" altLang="en-US"/>
            <a:t>Java</a:t>
          </a:r>
          <a:r>
            <a:rPr lang="en-US" altLang="en-US"/>
            <a:t/>
          </a:r>
          <a:endParaRPr lang="en-US" altLang="en-US"/>
        </a:p>
      </dgm:t>
    </dgm:pt>
    <dgm:pt modelId="{EEDEBC1D-B1D0-4AD1-BA61-39B1CF72ACE3}" cxnId="{F5311A45-52C3-4A92-8F81-F19A1DB10CEB}" type="parTrans">
      <dgm:prSet/>
      <dgm:spPr/>
      <dgm:t>
        <a:bodyPr/>
        <a:p>
          <a:endParaRPr lang="en-US"/>
        </a:p>
      </dgm:t>
    </dgm:pt>
    <dgm:pt modelId="{25F479AF-EE3B-491D-ABE1-C3F1055E29A2}" cxnId="{F5311A45-52C3-4A92-8F81-F19A1DB10CEB}" type="sibTrans">
      <dgm:prSet/>
      <dgm:spPr/>
      <dgm:t>
        <a:bodyPr/>
        <a:p>
          <a:endParaRPr lang="en-US"/>
        </a:p>
      </dgm:t>
    </dgm:pt>
    <dgm:pt modelId="{0A6B5D55-D14D-4FBB-8B5A-C27F61F8C3A7}">
      <dgm:prSet phldrT="[Text]" phldr="0" custT="0"/>
      <dgm:spPr/>
      <dgm:t>
        <a:bodyPr vert="horz" wrap="square"/>
        <a:p>
          <a:pPr>
            <a:lnSpc>
              <a:spcPct val="100000"/>
            </a:lnSpc>
            <a:spcBef>
              <a:spcPct val="0"/>
            </a:spcBef>
            <a:spcAft>
              <a:spcPct val="15000"/>
            </a:spcAft>
          </a:pPr>
          <a:r>
            <a:rPr lang="en-US" altLang="en-US"/>
            <a:t>socket编程</a:t>
          </a:r>
          <a:endParaRPr lang="en-US" altLang="en-US"/>
        </a:p>
      </dgm:t>
    </dgm:pt>
    <dgm:pt modelId="{2DCAAC0B-C997-4642-99A0-4A7735E6A612}" cxnId="{6678530D-F7F4-43BE-9F88-8BA125490122}" type="parTrans">
      <dgm:prSet/>
      <dgm:spPr/>
      <dgm:t>
        <a:bodyPr/>
        <a:p>
          <a:endParaRPr lang="en-US"/>
        </a:p>
      </dgm:t>
    </dgm:pt>
    <dgm:pt modelId="{9355E878-0ACD-42B8-AA55-448F67669D94}" cxnId="{6678530D-F7F4-43BE-9F88-8BA125490122}" type="sibTrans">
      <dgm:prSet/>
      <dgm:spPr/>
      <dgm:t>
        <a:bodyPr/>
        <a:p>
          <a:endParaRPr lang="en-US"/>
        </a:p>
      </dgm:t>
    </dgm:pt>
    <dgm:pt modelId="{DD115FB3-A2CD-4075-8ECE-D921F38C23FC}">
      <dgm:prSet phldrT="[Text]" phldr="0" custT="0"/>
      <dgm:spPr/>
      <dgm:t>
        <a:bodyPr vert="horz" wrap="square"/>
        <a:p>
          <a:pPr>
            <a:lnSpc>
              <a:spcPct val="100000"/>
            </a:lnSpc>
            <a:spcBef>
              <a:spcPct val="0"/>
            </a:spcBef>
            <a:spcAft>
              <a:spcPct val="35000"/>
            </a:spcAft>
          </a:pPr>
          <a:r>
            <a:rPr lang="en-US" altLang="en-US"/>
            <a:t>Netty</a:t>
          </a:r>
          <a:r>
            <a:rPr lang="en-US" altLang="en-US"/>
            <a:t/>
          </a:r>
          <a:endParaRPr lang="en-US" altLang="en-US"/>
        </a:p>
      </dgm:t>
    </dgm:pt>
    <dgm:pt modelId="{D2F47EED-6346-4BDA-ADF4-DAAE98A2B4E4}" cxnId="{600EB66B-0EBD-40CB-97B2-FAC8BB50D7CA}" type="parTrans">
      <dgm:prSet/>
      <dgm:spPr/>
      <dgm:t>
        <a:bodyPr/>
        <a:p>
          <a:endParaRPr lang="en-US"/>
        </a:p>
      </dgm:t>
    </dgm:pt>
    <dgm:pt modelId="{C991FD6D-C23A-4812-A7A1-7DE39D3DBE24}" cxnId="{600EB66B-0EBD-40CB-97B2-FAC8BB50D7CA}" type="sibTrans">
      <dgm:prSet/>
      <dgm:spPr/>
      <dgm:t>
        <a:bodyPr/>
        <a:p>
          <a:endParaRPr lang="en-US"/>
        </a:p>
      </dgm:t>
    </dgm:pt>
    <dgm:pt modelId="{1E7B6F14-C4D0-412F-B271-802368307DC6}">
      <dgm:prSet phldrT="[Text]" phldr="0" custT="0"/>
      <dgm:spPr/>
      <dgm:t>
        <a:bodyPr vert="horz" wrap="square"/>
        <a:p>
          <a:pPr>
            <a:lnSpc>
              <a:spcPct val="100000"/>
            </a:lnSpc>
            <a:spcBef>
              <a:spcPct val="0"/>
            </a:spcBef>
            <a:spcAft>
              <a:spcPct val="15000"/>
            </a:spcAft>
          </a:pPr>
          <a:r>
            <a:rPr lang="en-US" altLang="en-US"/>
            <a:t>介绍</a:t>
          </a:r>
          <a:r>
            <a:rPr lang="en-US"/>
            <a:t/>
          </a:r>
          <a:endParaRPr lang="en-US"/>
        </a:p>
      </dgm:t>
    </dgm:pt>
    <dgm:pt modelId="{DB53B4D3-E487-4F38-B7D1-07A6CA158E34}" cxnId="{5C0A0B2E-3B3D-4729-AE86-DD3D1D6AC95B}" type="parTrans">
      <dgm:prSet/>
      <dgm:spPr/>
      <dgm:t>
        <a:bodyPr/>
        <a:p>
          <a:endParaRPr lang="en-US"/>
        </a:p>
      </dgm:t>
    </dgm:pt>
    <dgm:pt modelId="{436ABAA6-B13E-408A-987F-0C14E9D16459}" cxnId="{5C0A0B2E-3B3D-4729-AE86-DD3D1D6AC95B}" type="sibTrans">
      <dgm:prSet/>
      <dgm:spPr/>
      <dgm:t>
        <a:bodyPr/>
        <a:p>
          <a:endParaRPr lang="en-US"/>
        </a:p>
      </dgm:t>
    </dgm:pt>
    <dgm:pt modelId="{A782767B-9818-44E9-A026-FF30554E7D78}">
      <dgm:prSet phldr="0" custT="0"/>
      <dgm:spPr/>
      <dgm:t>
        <a:bodyPr vert="horz" wrap="square"/>
        <a:p>
          <a:pPr>
            <a:lnSpc>
              <a:spcPct val="100000"/>
            </a:lnSpc>
            <a:spcBef>
              <a:spcPct val="0"/>
            </a:spcBef>
            <a:spcAft>
              <a:spcPct val="15000"/>
            </a:spcAft>
          </a:pPr>
          <a:r>
            <a:rPr lang="en-US" altLang="en-US"/>
            <a:t>解读一份代码</a:t>
          </a:r>
          <a:r>
            <a:rPr lang="en-US" altLang="en-US"/>
            <a:t/>
          </a:r>
          <a:endParaRPr lang="en-US" altLang="en-US"/>
        </a:p>
      </dgm:t>
    </dgm:pt>
    <dgm:pt modelId="{73A2F16F-A8B4-4B18-893D-D516244C6DE8}" cxnId="{067C8A67-6910-4C2C-87FC-A70E06FCDADF}" type="parTrans">
      <dgm:prSet/>
      <dgm:spPr/>
    </dgm:pt>
    <dgm:pt modelId="{B4CECA1B-74D3-466B-941A-FC63B07C2C8B}" cxnId="{067C8A67-6910-4C2C-87FC-A70E06FCDADF}" type="sibTrans">
      <dgm:prSet/>
      <dgm:spPr/>
    </dgm:pt>
    <dgm:pt modelId="{35EB52ED-735F-4D0F-B768-9309F3F5E3AE}" type="pres">
      <dgm:prSet presAssocID="{3F205E5B-F34E-4197-AC6B-68CD099D48F1}" presName="Name0" presStyleCnt="0">
        <dgm:presLayoutVars>
          <dgm:chMax val="7"/>
          <dgm:dir/>
          <dgm:animLvl val="lvl"/>
          <dgm:resizeHandles val="exact"/>
        </dgm:presLayoutVars>
      </dgm:prSet>
      <dgm:spPr/>
    </dgm:pt>
    <dgm:pt modelId="{721B84BF-1FFE-4AA7-A73D-7F5C937BDF73}" type="pres">
      <dgm:prSet presAssocID="{68E60DAB-0150-4E0F-9BD0-B25B05A5E65E}" presName="circle1" presStyleLbl="node1" presStyleIdx="0" presStyleCnt="3"/>
      <dgm:spPr/>
    </dgm:pt>
    <dgm:pt modelId="{72AFA60D-7C6F-4F4C-85FB-5B7C4B2AE817}" type="pres">
      <dgm:prSet presAssocID="{68E60DAB-0150-4E0F-9BD0-B25B05A5E65E}" presName="space" presStyleCnt="0"/>
      <dgm:spPr/>
    </dgm:pt>
    <dgm:pt modelId="{8E054BD4-7400-4070-915F-AB41FF0A173E}" type="pres">
      <dgm:prSet presAssocID="{68E60DAB-0150-4E0F-9BD0-B25B05A5E65E}" presName="rect1" presStyleLbl="alignAcc1" presStyleIdx="0" presStyleCnt="3"/>
      <dgm:spPr/>
    </dgm:pt>
    <dgm:pt modelId="{087E7407-9320-4F47-B343-874FC9A0C767}" type="pres">
      <dgm:prSet presAssocID="{1B22D2ED-5C6D-423E-BFD0-2FA6FF8C67B1}" presName="vertSpace2" presStyleCnt="0"/>
      <dgm:spPr/>
    </dgm:pt>
    <dgm:pt modelId="{CEBF6996-5843-47C5-BE96-ADF68B468DDD}" type="pres">
      <dgm:prSet presAssocID="{1B22D2ED-5C6D-423E-BFD0-2FA6FF8C67B1}" presName="circle2" presStyleLbl="node1" presStyleIdx="1" presStyleCnt="3"/>
      <dgm:spPr/>
    </dgm:pt>
    <dgm:pt modelId="{3E813324-B019-4CF9-8A00-16E7878F9CD2}" type="pres">
      <dgm:prSet presAssocID="{1B22D2ED-5C6D-423E-BFD0-2FA6FF8C67B1}" presName="rect2" presStyleLbl="alignAcc1" presStyleIdx="1" presStyleCnt="3"/>
      <dgm:spPr/>
    </dgm:pt>
    <dgm:pt modelId="{D2E51676-FDF1-488F-984D-6073C277CAF4}" type="pres">
      <dgm:prSet presAssocID="{DD115FB3-A2CD-4075-8ECE-D921F38C23FC}" presName="vertSpace3" presStyleCnt="0"/>
      <dgm:spPr/>
    </dgm:pt>
    <dgm:pt modelId="{FA08DC88-0EC3-4E07-94FB-51390852006F}" type="pres">
      <dgm:prSet presAssocID="{DD115FB3-A2CD-4075-8ECE-D921F38C23FC}" presName="circle3" presStyleLbl="node1" presStyleIdx="2" presStyleCnt="3"/>
      <dgm:spPr/>
    </dgm:pt>
    <dgm:pt modelId="{9242D190-F547-4694-8559-1D7DD1350AED}" type="pres">
      <dgm:prSet presAssocID="{DD115FB3-A2CD-4075-8ECE-D921F38C23FC}" presName="rect3" presStyleLbl="alignAcc1" presStyleIdx="2" presStyleCnt="3"/>
      <dgm:spPr/>
    </dgm:pt>
    <dgm:pt modelId="{96206465-B321-4A8E-8359-0BC3F8DC94FB}" type="pres">
      <dgm:prSet presAssocID="{68E60DAB-0150-4E0F-9BD0-B25B05A5E65E}" presName="rect1ParTx" presStyleCnt="0">
        <dgm:presLayoutVars>
          <dgm:chMax val="1"/>
          <dgm:bulletEnabled val="1"/>
        </dgm:presLayoutVars>
      </dgm:prSet>
      <dgm:spPr/>
    </dgm:pt>
    <dgm:pt modelId="{CCE5650C-A6B8-4160-9320-4321215388D2}" type="pres">
      <dgm:prSet presAssocID="{68E60DAB-0150-4E0F-9BD0-B25B05A5E65E}" presName="rect1ChTx" presStyleCnt="0">
        <dgm:presLayoutVars>
          <dgm:bulletEnabled val="1"/>
        </dgm:presLayoutVars>
      </dgm:prSet>
      <dgm:spPr/>
    </dgm:pt>
    <dgm:pt modelId="{7204D06E-00C8-49B3-B0E6-292D3B2353D8}" type="pres">
      <dgm:prSet presAssocID="{1B22D2ED-5C6D-423E-BFD0-2FA6FF8C67B1}" presName="rect2ParTx" presStyleCnt="0">
        <dgm:presLayoutVars>
          <dgm:chMax val="1"/>
          <dgm:bulletEnabled val="1"/>
        </dgm:presLayoutVars>
      </dgm:prSet>
      <dgm:spPr/>
    </dgm:pt>
    <dgm:pt modelId="{6FC46BE1-4B03-427F-AEEF-155E43527DA4}" type="pres">
      <dgm:prSet presAssocID="{1B22D2ED-5C6D-423E-BFD0-2FA6FF8C67B1}" presName="rect2ChTx" presStyleCnt="0">
        <dgm:presLayoutVars>
          <dgm:bulletEnabled val="1"/>
        </dgm:presLayoutVars>
      </dgm:prSet>
      <dgm:spPr/>
    </dgm:pt>
    <dgm:pt modelId="{92A1D718-70AE-43F9-B5A1-4B41137ED38B}" type="pres">
      <dgm:prSet presAssocID="{DD115FB3-A2CD-4075-8ECE-D921F38C23FC}" presName="rect3ParTx" presStyleCnt="0">
        <dgm:presLayoutVars>
          <dgm:chMax val="1"/>
          <dgm:bulletEnabled val="1"/>
        </dgm:presLayoutVars>
      </dgm:prSet>
      <dgm:spPr/>
    </dgm:pt>
    <dgm:pt modelId="{A415A605-18B3-4618-ABC7-E8973F787026}" type="pres">
      <dgm:prSet presAssocID="{DD115FB3-A2CD-4075-8ECE-D921F38C23FC}" presName="rect3ChTx" presStyleCnt="0">
        <dgm:presLayoutVars>
          <dgm:bulletEnabled val="1"/>
        </dgm:presLayoutVars>
      </dgm:prSet>
      <dgm:spPr/>
    </dgm:pt>
  </dgm:ptLst>
  <dgm:cxnLst>
    <dgm:cxn modelId="{E2710E98-D9C2-4645-99F2-7FAB97552CB8}" srcId="{3F205E5B-F34E-4197-AC6B-68CD099D48F1}" destId="{68E60DAB-0150-4E0F-9BD0-B25B05A5E65E}" srcOrd="0" destOrd="0" parTransId="{16EEF78B-B212-4AF3-9357-68BDA6494FA2}" sibTransId="{BC1C9F1E-C359-43F6-BD5F-D8C4C0879B2E}"/>
    <dgm:cxn modelId="{AD3F7253-8FBA-464F-A7DD-863A47744B56}" srcId="{68E60DAB-0150-4E0F-9BD0-B25B05A5E65E}" destId="{9DCDAAE6-DD6D-4281-95D4-237835B31240}" srcOrd="0" destOrd="0" parTransId="{9E28A11D-3754-44FF-A1C9-7C4D85203380}" sibTransId="{5EA8ABE7-7643-440E-91A4-D7927F1909EB}"/>
    <dgm:cxn modelId="{F5311A45-52C3-4A92-8F81-F19A1DB10CEB}" srcId="{3F205E5B-F34E-4197-AC6B-68CD099D48F1}" destId="{1B22D2ED-5C6D-423E-BFD0-2FA6FF8C67B1}" srcOrd="1" destOrd="0" parTransId="{EEDEBC1D-B1D0-4AD1-BA61-39B1CF72ACE3}" sibTransId="{25F479AF-EE3B-491D-ABE1-C3F1055E29A2}"/>
    <dgm:cxn modelId="{6678530D-F7F4-43BE-9F88-8BA125490122}" srcId="{1B22D2ED-5C6D-423E-BFD0-2FA6FF8C67B1}" destId="{0A6B5D55-D14D-4FBB-8B5A-C27F61F8C3A7}" srcOrd="0" destOrd="1" parTransId="{2DCAAC0B-C997-4642-99A0-4A7735E6A612}" sibTransId="{9355E878-0ACD-42B8-AA55-448F67669D94}"/>
    <dgm:cxn modelId="{600EB66B-0EBD-40CB-97B2-FAC8BB50D7CA}" srcId="{3F205E5B-F34E-4197-AC6B-68CD099D48F1}" destId="{DD115FB3-A2CD-4075-8ECE-D921F38C23FC}" srcOrd="2" destOrd="0" parTransId="{D2F47EED-6346-4BDA-ADF4-DAAE98A2B4E4}" sibTransId="{C991FD6D-C23A-4812-A7A1-7DE39D3DBE24}"/>
    <dgm:cxn modelId="{5C0A0B2E-3B3D-4729-AE86-DD3D1D6AC95B}" srcId="{DD115FB3-A2CD-4075-8ECE-D921F38C23FC}" destId="{1E7B6F14-C4D0-412F-B271-802368307DC6}" srcOrd="0" destOrd="2" parTransId="{DB53B4D3-E487-4F38-B7D1-07A6CA158E34}" sibTransId="{436ABAA6-B13E-408A-987F-0C14E9D16459}"/>
    <dgm:cxn modelId="{067C8A67-6910-4C2C-87FC-A70E06FCDADF}" srcId="{DD115FB3-A2CD-4075-8ECE-D921F38C23FC}" destId="{A782767B-9818-44E9-A026-FF30554E7D78}" srcOrd="1" destOrd="2" parTransId="{73A2F16F-A8B4-4B18-893D-D516244C6DE8}" sibTransId="{B4CECA1B-74D3-466B-941A-FC63B07C2C8B}"/>
    <dgm:cxn modelId="{A576A54E-5E9D-46C0-B6EC-50BA755DE80A}" type="presOf" srcId="{3F205E5B-F34E-4197-AC6B-68CD099D48F1}" destId="{35EB52ED-735F-4D0F-B768-9309F3F5E3AE}" srcOrd="0" destOrd="0" presId="urn:microsoft.com/office/officeart/2005/8/layout/target3"/>
    <dgm:cxn modelId="{CC9DCBF1-4D52-4FCE-8D9B-E61E5D4BC132}" type="presParOf" srcId="{35EB52ED-735F-4D0F-B768-9309F3F5E3AE}" destId="{721B84BF-1FFE-4AA7-A73D-7F5C937BDF73}" srcOrd="0" destOrd="0" presId="urn:microsoft.com/office/officeart/2005/8/layout/target3"/>
    <dgm:cxn modelId="{5CFEE5F6-4215-4449-8F7D-6F0C12F3EAA3}" type="presParOf" srcId="{35EB52ED-735F-4D0F-B768-9309F3F5E3AE}" destId="{72AFA60D-7C6F-4F4C-85FB-5B7C4B2AE817}" srcOrd="1" destOrd="0" presId="urn:microsoft.com/office/officeart/2005/8/layout/target3"/>
    <dgm:cxn modelId="{EBFF0AEE-A2E1-4582-922A-D7F45DF8E862}" type="presParOf" srcId="{35EB52ED-735F-4D0F-B768-9309F3F5E3AE}" destId="{8E054BD4-7400-4070-915F-AB41FF0A173E}" srcOrd="2" destOrd="0" presId="urn:microsoft.com/office/officeart/2005/8/layout/target3"/>
    <dgm:cxn modelId="{9177079A-D44F-4D29-AFE8-F4785432DABD}" type="presOf" srcId="{68E60DAB-0150-4E0F-9BD0-B25B05A5E65E}" destId="{8E054BD4-7400-4070-915F-AB41FF0A173E}" srcOrd="0" destOrd="0" presId="urn:microsoft.com/office/officeart/2005/8/layout/target3"/>
    <dgm:cxn modelId="{F6ADBA31-5F7A-4F93-A87E-0A7BCB01E5D2}" type="presParOf" srcId="{35EB52ED-735F-4D0F-B768-9309F3F5E3AE}" destId="{087E7407-9320-4F47-B343-874FC9A0C767}" srcOrd="3" destOrd="0" presId="urn:microsoft.com/office/officeart/2005/8/layout/target3"/>
    <dgm:cxn modelId="{3EB55142-2D34-4B99-AF2F-B4B7AD0E8A98}" type="presParOf" srcId="{35EB52ED-735F-4D0F-B768-9309F3F5E3AE}" destId="{CEBF6996-5843-47C5-BE96-ADF68B468DDD}" srcOrd="4" destOrd="0" presId="urn:microsoft.com/office/officeart/2005/8/layout/target3"/>
    <dgm:cxn modelId="{46ECD8A0-3731-4B27-954C-4BF670A0EF68}" type="presParOf" srcId="{35EB52ED-735F-4D0F-B768-9309F3F5E3AE}" destId="{3E813324-B019-4CF9-8A00-16E7878F9CD2}" srcOrd="5" destOrd="0" presId="urn:microsoft.com/office/officeart/2005/8/layout/target3"/>
    <dgm:cxn modelId="{0F8BCD90-19C1-4172-B9B6-1AE9BED9726F}" type="presOf" srcId="{1B22D2ED-5C6D-423E-BFD0-2FA6FF8C67B1}" destId="{3E813324-B019-4CF9-8A00-16E7878F9CD2}" srcOrd="0" destOrd="0" presId="urn:microsoft.com/office/officeart/2005/8/layout/target3"/>
    <dgm:cxn modelId="{23D65CAC-79C0-4D32-90FC-40857AE9DF6F}" type="presParOf" srcId="{35EB52ED-735F-4D0F-B768-9309F3F5E3AE}" destId="{D2E51676-FDF1-488F-984D-6073C277CAF4}" srcOrd="6" destOrd="0" presId="urn:microsoft.com/office/officeart/2005/8/layout/target3"/>
    <dgm:cxn modelId="{EA3A7C62-511F-4E93-A163-97717BAB85D0}" type="presParOf" srcId="{35EB52ED-735F-4D0F-B768-9309F3F5E3AE}" destId="{FA08DC88-0EC3-4E07-94FB-51390852006F}" srcOrd="7" destOrd="0" presId="urn:microsoft.com/office/officeart/2005/8/layout/target3"/>
    <dgm:cxn modelId="{F2B554DA-812C-4B0B-900A-13167A062643}" type="presParOf" srcId="{35EB52ED-735F-4D0F-B768-9309F3F5E3AE}" destId="{9242D190-F547-4694-8559-1D7DD1350AED}" srcOrd="8" destOrd="0" presId="urn:microsoft.com/office/officeart/2005/8/layout/target3"/>
    <dgm:cxn modelId="{07A9E515-7D5F-457D-9AF1-585D1C5C4476}" type="presOf" srcId="{DD115FB3-A2CD-4075-8ECE-D921F38C23FC}" destId="{9242D190-F547-4694-8559-1D7DD1350AED}" srcOrd="0" destOrd="0" presId="urn:microsoft.com/office/officeart/2005/8/layout/target3"/>
    <dgm:cxn modelId="{6E2AA157-81F0-4781-9373-D7094D04DBC7}" type="presParOf" srcId="{35EB52ED-735F-4D0F-B768-9309F3F5E3AE}" destId="{96206465-B321-4A8E-8359-0BC3F8DC94FB}" srcOrd="9" destOrd="0" presId="urn:microsoft.com/office/officeart/2005/8/layout/target3"/>
    <dgm:cxn modelId="{D451DBC0-6C97-4FAA-9001-BEC96AC0FC76}" type="presOf" srcId="{68E60DAB-0150-4E0F-9BD0-B25B05A5E65E}" destId="{96206465-B321-4A8E-8359-0BC3F8DC94FB}" srcOrd="1" destOrd="0" presId="urn:microsoft.com/office/officeart/2005/8/layout/target3"/>
    <dgm:cxn modelId="{F5BEED08-54A2-45DB-8F73-A5067FC7BCE1}" type="presParOf" srcId="{35EB52ED-735F-4D0F-B768-9309F3F5E3AE}" destId="{CCE5650C-A6B8-4160-9320-4321215388D2}" srcOrd="10" destOrd="0" presId="urn:microsoft.com/office/officeart/2005/8/layout/target3"/>
    <dgm:cxn modelId="{D116C0CF-DDE6-4A4F-9047-439FF4FCF0EB}" type="presOf" srcId="{9DCDAAE6-DD6D-4281-95D4-237835B31240}" destId="{CCE5650C-A6B8-4160-9320-4321215388D2}" srcOrd="1" destOrd="0" presId="urn:microsoft.com/office/officeart/2005/8/layout/target3"/>
    <dgm:cxn modelId="{21384101-F718-4551-B62F-30E24583067D}" type="presParOf" srcId="{35EB52ED-735F-4D0F-B768-9309F3F5E3AE}" destId="{7204D06E-00C8-49B3-B0E6-292D3B2353D8}" srcOrd="11" destOrd="0" presId="urn:microsoft.com/office/officeart/2005/8/layout/target3"/>
    <dgm:cxn modelId="{A4718252-CBF5-4265-AEA8-28AE66E73DAF}" type="presOf" srcId="{1B22D2ED-5C6D-423E-BFD0-2FA6FF8C67B1}" destId="{7204D06E-00C8-49B3-B0E6-292D3B2353D8}" srcOrd="1" destOrd="0" presId="urn:microsoft.com/office/officeart/2005/8/layout/target3"/>
    <dgm:cxn modelId="{93A0D24A-5448-426F-A7F3-4C02A5FED3C7}" type="presParOf" srcId="{35EB52ED-735F-4D0F-B768-9309F3F5E3AE}" destId="{6FC46BE1-4B03-427F-AEEF-155E43527DA4}" srcOrd="12" destOrd="0" presId="urn:microsoft.com/office/officeart/2005/8/layout/target3"/>
    <dgm:cxn modelId="{12D7671F-607D-4627-933E-CF0E132FB0C8}" type="presOf" srcId="{0A6B5D55-D14D-4FBB-8B5A-C27F61F8C3A7}" destId="{6FC46BE1-4B03-427F-AEEF-155E43527DA4}" srcOrd="1" destOrd="0" presId="urn:microsoft.com/office/officeart/2005/8/layout/target3"/>
    <dgm:cxn modelId="{CCA5B9D1-2646-4F4C-B948-03917E14727E}" type="presParOf" srcId="{35EB52ED-735F-4D0F-B768-9309F3F5E3AE}" destId="{92A1D718-70AE-43F9-B5A1-4B41137ED38B}" srcOrd="13" destOrd="0" presId="urn:microsoft.com/office/officeart/2005/8/layout/target3"/>
    <dgm:cxn modelId="{E35E727A-18F5-447A-ACA0-8DD8914F570D}" type="presOf" srcId="{DD115FB3-A2CD-4075-8ECE-D921F38C23FC}" destId="{92A1D718-70AE-43F9-B5A1-4B41137ED38B}" srcOrd="1" destOrd="0" presId="urn:microsoft.com/office/officeart/2005/8/layout/target3"/>
    <dgm:cxn modelId="{74EE9F0B-2A4D-435A-8361-88A3527BCEBD}" type="presParOf" srcId="{35EB52ED-735F-4D0F-B768-9309F3F5E3AE}" destId="{A415A605-18B3-4618-ABC7-E8973F787026}" srcOrd="14" destOrd="0" presId="urn:microsoft.com/office/officeart/2005/8/layout/target3"/>
    <dgm:cxn modelId="{7D413885-60E0-4A6F-B385-012B934E92EA}" type="presOf" srcId="{1E7B6F14-C4D0-412F-B271-802368307DC6}" destId="{A415A605-18B3-4618-ABC7-E8973F787026}" srcOrd="1" destOrd="0" presId="urn:microsoft.com/office/officeart/2005/8/layout/target3"/>
    <dgm:cxn modelId="{0F06B119-5DB8-4545-B6F1-50E8F237B259}" type="presOf" srcId="{A782767B-9818-44E9-A026-FF30554E7D78}" destId="{A415A605-18B3-4618-ABC7-E8973F787026}" srcOrd="1" destOrd="1" presId="urn:microsoft.com/office/officeart/2005/8/layout/target3"/>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842375" cy="3941445"/>
        <a:chOff x="0" y="0"/>
        <a:chExt cx="8842375" cy="3941445"/>
      </a:xfrm>
    </dsp:grpSpPr>
    <dsp:sp modelId="{721B84BF-1FFE-4AA7-A73D-7F5C937BDF73}">
      <dsp:nvSpPr>
        <dsp:cNvPr id="3" name="Pie 2"/>
        <dsp:cNvSpPr/>
      </dsp:nvSpPr>
      <dsp:spPr bwMode="white">
        <a:xfrm>
          <a:off x="0" y="-681990"/>
          <a:ext cx="5305425" cy="5305425"/>
        </a:xfrm>
        <a:prstGeom prst="pie">
          <a:avLst>
            <a:gd name="adj1" fmla="val 5400000"/>
            <a:gd name="adj2" fmla="val 16200000"/>
          </a:avLst>
        </a:prstGeom>
      </dsp:spPr>
      <dsp:style>
        <a:lnRef idx="2">
          <a:schemeClr val="lt1"/>
        </a:lnRef>
        <a:fillRef idx="1">
          <a:schemeClr val="accent1"/>
        </a:fillRef>
        <a:effectRef idx="0">
          <a:scrgbClr r="0" g="0" b="0"/>
        </a:effectRef>
        <a:fontRef idx="minor">
          <a:schemeClr val="lt1"/>
        </a:fontRef>
      </dsp:style>
      <dsp:txXfrm>
        <a:off x="0" y="-681990"/>
        <a:ext cx="5305425" cy="5305425"/>
      </dsp:txXfrm>
    </dsp:sp>
    <dsp:sp modelId="{8E054BD4-7400-4070-915F-AB41FF0A173E}">
      <dsp:nvSpPr>
        <dsp:cNvPr id="4" name="Rectangle 3"/>
        <dsp:cNvSpPr/>
      </dsp:nvSpPr>
      <dsp:spPr bwMode="white">
        <a:xfrm>
          <a:off x="2652713" y="-681990"/>
          <a:ext cx="6189663" cy="5305425"/>
        </a:xfrm>
        <a:prstGeom prst="rect">
          <a:avLst/>
        </a:prstGeom>
      </dsp:spPr>
      <dsp:style>
        <a:lnRef idx="2">
          <a:schemeClr val="accent1"/>
        </a:lnRef>
        <a:fillRef idx="1">
          <a:schemeClr val="lt1">
            <a:alpha val="90000"/>
          </a:schemeClr>
        </a:fillRef>
        <a:effectRef idx="0">
          <a:scrgbClr r="0" g="0" b="0"/>
        </a:effectRef>
        <a:fontRef idx="minor"/>
      </dsp:style>
      <dsp:txBody>
        <a:bodyPr vert="horz" wrap="square" lIns="247650" tIns="247650" rIns="247650" bIns="247650" anchor="ctr"/>
        <a:lstStyle>
          <a:lvl1pPr algn="ctr">
            <a:defRPr sz="6500"/>
          </a:lvl1pPr>
          <a:lvl2pPr marL="285750" indent="-285750" algn="ctr">
            <a:defRPr sz="3300"/>
          </a:lvl2pPr>
          <a:lvl3pPr marL="571500" indent="-285750" algn="ctr">
            <a:defRPr sz="3300"/>
          </a:lvl3pPr>
          <a:lvl4pPr marL="857250" indent="-285750" algn="ctr">
            <a:defRPr sz="3300"/>
          </a:lvl4pPr>
          <a:lvl5pPr marL="1143000" indent="-285750" algn="ctr">
            <a:defRPr sz="3300"/>
          </a:lvl5pPr>
          <a:lvl6pPr marL="1428750" indent="-285750" algn="ctr">
            <a:defRPr sz="3300"/>
          </a:lvl6pPr>
          <a:lvl7pPr marL="1714500" indent="-285750" algn="ctr">
            <a:defRPr sz="3300"/>
          </a:lvl7pPr>
          <a:lvl8pPr marL="2000250" indent="-285750" algn="ctr">
            <a:defRPr sz="3300"/>
          </a:lvl8pPr>
          <a:lvl9pPr marL="2286000" indent="-285750" algn="ctr">
            <a:defRPr sz="3300"/>
          </a:lvl9pPr>
        </a:lstStyle>
        <a:p>
          <a:pPr lvl="0">
            <a:lnSpc>
              <a:spcPct val="100000"/>
            </a:lnSpc>
            <a:spcBef>
              <a:spcPct val="0"/>
            </a:spcBef>
            <a:spcAft>
              <a:spcPct val="35000"/>
            </a:spcAft>
          </a:pPr>
          <a:r>
            <a:rPr lang="" altLang="en-US">
              <a:solidFill>
                <a:schemeClr val="dk1"/>
              </a:solidFill>
            </a:rPr>
            <a:t>TCP</a:t>
          </a:r>
          <a:endParaRPr lang="" altLang="en-US">
            <a:solidFill>
              <a:schemeClr val="dk1"/>
            </a:solidFill>
          </a:endParaRPr>
        </a:p>
      </dsp:txBody>
      <dsp:txXfrm>
        <a:off x="2652713" y="-681990"/>
        <a:ext cx="6189663" cy="5305425"/>
      </dsp:txXfrm>
    </dsp:sp>
    <dsp:sp modelId="{CEBF6996-5843-47C5-BE96-ADF68B468DDD}">
      <dsp:nvSpPr>
        <dsp:cNvPr id="6" name="Pie 5"/>
        <dsp:cNvSpPr/>
      </dsp:nvSpPr>
      <dsp:spPr bwMode="white">
        <a:xfrm>
          <a:off x="928440" y="909619"/>
          <a:ext cx="3448545" cy="3448545"/>
        </a:xfrm>
        <a:prstGeom prst="pie">
          <a:avLst>
            <a:gd name="adj1" fmla="val 5400000"/>
            <a:gd name="adj2" fmla="val 16200000"/>
          </a:avLst>
        </a:prstGeom>
      </dsp:spPr>
      <dsp:style>
        <a:lnRef idx="2">
          <a:schemeClr val="lt1"/>
        </a:lnRef>
        <a:fillRef idx="1">
          <a:schemeClr val="accent1"/>
        </a:fillRef>
        <a:effectRef idx="0">
          <a:scrgbClr r="0" g="0" b="0"/>
        </a:effectRef>
        <a:fontRef idx="minor">
          <a:schemeClr val="lt1"/>
        </a:fontRef>
      </dsp:style>
      <dsp:txXfrm>
        <a:off x="928440" y="909619"/>
        <a:ext cx="3448545" cy="3448545"/>
      </dsp:txXfrm>
    </dsp:sp>
    <dsp:sp modelId="{3E813324-B019-4CF9-8A00-16E7878F9CD2}">
      <dsp:nvSpPr>
        <dsp:cNvPr id="7" name="Rectangle 6"/>
        <dsp:cNvSpPr/>
      </dsp:nvSpPr>
      <dsp:spPr bwMode="white">
        <a:xfrm>
          <a:off x="2652713" y="909619"/>
          <a:ext cx="6189663" cy="3448545"/>
        </a:xfrm>
        <a:prstGeom prst="rect">
          <a:avLst/>
        </a:prstGeom>
      </dsp:spPr>
      <dsp:style>
        <a:lnRef idx="2">
          <a:schemeClr val="accent1"/>
        </a:lnRef>
        <a:fillRef idx="1">
          <a:schemeClr val="lt1">
            <a:alpha val="90000"/>
          </a:schemeClr>
        </a:fillRef>
        <a:effectRef idx="0">
          <a:scrgbClr r="0" g="0" b="0"/>
        </a:effectRef>
        <a:fontRef idx="minor"/>
      </dsp:style>
      <dsp:txBody>
        <a:bodyPr vert="horz" wrap="square" lIns="247650" tIns="247650" rIns="247650" bIns="247650" anchor="ctr"/>
        <a:lstStyle>
          <a:lvl1pPr algn="ctr">
            <a:defRPr sz="6500"/>
          </a:lvl1pPr>
          <a:lvl2pPr marL="285750" indent="-285750" algn="ctr">
            <a:defRPr sz="3300"/>
          </a:lvl2pPr>
          <a:lvl3pPr marL="571500" indent="-285750" algn="ctr">
            <a:defRPr sz="3300"/>
          </a:lvl3pPr>
          <a:lvl4pPr marL="857250" indent="-285750" algn="ctr">
            <a:defRPr sz="3300"/>
          </a:lvl4pPr>
          <a:lvl5pPr marL="1143000" indent="-285750" algn="ctr">
            <a:defRPr sz="3300"/>
          </a:lvl5pPr>
          <a:lvl6pPr marL="1428750" indent="-285750" algn="ctr">
            <a:defRPr sz="3300"/>
          </a:lvl6pPr>
          <a:lvl7pPr marL="1714500" indent="-285750" algn="ctr">
            <a:defRPr sz="3300"/>
          </a:lvl7pPr>
          <a:lvl8pPr marL="2000250" indent="-285750" algn="ctr">
            <a:defRPr sz="3300"/>
          </a:lvl8pPr>
          <a:lvl9pPr marL="2286000" indent="-285750" algn="ctr">
            <a:defRPr sz="3300"/>
          </a:lvl9pPr>
        </a:lstStyle>
        <a:p>
          <a:pPr lvl="0">
            <a:lnSpc>
              <a:spcPct val="100000"/>
            </a:lnSpc>
            <a:spcBef>
              <a:spcPct val="0"/>
            </a:spcBef>
            <a:spcAft>
              <a:spcPct val="35000"/>
            </a:spcAft>
          </a:pPr>
          <a:r>
            <a:rPr lang="" altLang="en-US">
              <a:solidFill>
                <a:schemeClr val="dk1"/>
              </a:solidFill>
            </a:rPr>
            <a:t>Java</a:t>
          </a:r>
          <a:endParaRPr lang="" altLang="en-US">
            <a:solidFill>
              <a:schemeClr val="dk1"/>
            </a:solidFill>
          </a:endParaRPr>
        </a:p>
      </dsp:txBody>
      <dsp:txXfrm>
        <a:off x="2652713" y="909619"/>
        <a:ext cx="6189663" cy="3448545"/>
      </dsp:txXfrm>
    </dsp:sp>
    <dsp:sp modelId="{FA08DC88-0EC3-4E07-94FB-51390852006F}">
      <dsp:nvSpPr>
        <dsp:cNvPr id="9" name="Pie 8"/>
        <dsp:cNvSpPr/>
      </dsp:nvSpPr>
      <dsp:spPr bwMode="white">
        <a:xfrm>
          <a:off x="1856908" y="2501284"/>
          <a:ext cx="1591609" cy="1591609"/>
        </a:xfrm>
        <a:prstGeom prst="pie">
          <a:avLst>
            <a:gd name="adj1" fmla="val 5400000"/>
            <a:gd name="adj2" fmla="val 16200000"/>
          </a:avLst>
        </a:prstGeom>
      </dsp:spPr>
      <dsp:style>
        <a:lnRef idx="2">
          <a:schemeClr val="lt1"/>
        </a:lnRef>
        <a:fillRef idx="1">
          <a:schemeClr val="accent1"/>
        </a:fillRef>
        <a:effectRef idx="0">
          <a:scrgbClr r="0" g="0" b="0"/>
        </a:effectRef>
        <a:fontRef idx="minor">
          <a:schemeClr val="lt1"/>
        </a:fontRef>
      </dsp:style>
      <dsp:txXfrm>
        <a:off x="1856908" y="2501284"/>
        <a:ext cx="1591609" cy="1591609"/>
      </dsp:txXfrm>
    </dsp:sp>
    <dsp:sp modelId="{9242D190-F547-4694-8559-1D7DD1350AED}">
      <dsp:nvSpPr>
        <dsp:cNvPr id="10" name="Rectangle 9"/>
        <dsp:cNvSpPr/>
      </dsp:nvSpPr>
      <dsp:spPr bwMode="white">
        <a:xfrm>
          <a:off x="2652713" y="2501284"/>
          <a:ext cx="6189663" cy="1591609"/>
        </a:xfrm>
        <a:prstGeom prst="rect">
          <a:avLst/>
        </a:prstGeom>
      </dsp:spPr>
      <dsp:style>
        <a:lnRef idx="2">
          <a:schemeClr val="accent1"/>
        </a:lnRef>
        <a:fillRef idx="1">
          <a:schemeClr val="lt1">
            <a:alpha val="90000"/>
          </a:schemeClr>
        </a:fillRef>
        <a:effectRef idx="0">
          <a:scrgbClr r="0" g="0" b="0"/>
        </a:effectRef>
        <a:fontRef idx="minor"/>
      </dsp:style>
      <dsp:txBody>
        <a:bodyPr vert="horz" wrap="square" lIns="247650" tIns="247650" rIns="247650" bIns="247650" anchor="ctr"/>
        <a:lstStyle>
          <a:lvl1pPr algn="ctr">
            <a:defRPr sz="6500"/>
          </a:lvl1pPr>
          <a:lvl2pPr marL="285750" indent="-285750" algn="ctr">
            <a:defRPr sz="3300"/>
          </a:lvl2pPr>
          <a:lvl3pPr marL="571500" indent="-285750" algn="ctr">
            <a:defRPr sz="3300"/>
          </a:lvl3pPr>
          <a:lvl4pPr marL="857250" indent="-285750" algn="ctr">
            <a:defRPr sz="3300"/>
          </a:lvl4pPr>
          <a:lvl5pPr marL="1143000" indent="-285750" algn="ctr">
            <a:defRPr sz="3300"/>
          </a:lvl5pPr>
          <a:lvl6pPr marL="1428750" indent="-285750" algn="ctr">
            <a:defRPr sz="3300"/>
          </a:lvl6pPr>
          <a:lvl7pPr marL="1714500" indent="-285750" algn="ctr">
            <a:defRPr sz="3300"/>
          </a:lvl7pPr>
          <a:lvl8pPr marL="2000250" indent="-285750" algn="ctr">
            <a:defRPr sz="3300"/>
          </a:lvl8pPr>
          <a:lvl9pPr marL="2286000" indent="-285750" algn="ctr">
            <a:defRPr sz="3300"/>
          </a:lvl9pPr>
        </a:lstStyle>
        <a:p>
          <a:pPr lvl="0">
            <a:lnSpc>
              <a:spcPct val="100000"/>
            </a:lnSpc>
            <a:spcBef>
              <a:spcPct val="0"/>
            </a:spcBef>
            <a:spcAft>
              <a:spcPct val="35000"/>
            </a:spcAft>
          </a:pPr>
          <a:r>
            <a:rPr lang="" altLang="en-US">
              <a:solidFill>
                <a:schemeClr val="dk1"/>
              </a:solidFill>
            </a:rPr>
            <a:t>Netty</a:t>
          </a:r>
          <a:endParaRPr lang="" altLang="en-US">
            <a:solidFill>
              <a:schemeClr val="dk1"/>
            </a:solidFill>
          </a:endParaRPr>
        </a:p>
      </dsp:txBody>
      <dsp:txXfrm>
        <a:off x="2652713" y="2501284"/>
        <a:ext cx="6189663" cy="1591609"/>
      </dsp:txXfrm>
    </dsp:sp>
    <dsp:sp modelId="{087E7407-9320-4F47-B343-874FC9A0C767}">
      <dsp:nvSpPr>
        <dsp:cNvPr id="5" name="Rectangle 4" hidden="1"/>
        <dsp:cNvSpPr/>
      </dsp:nvSpPr>
      <dsp:spPr>
        <a:xfrm>
          <a:off x="0" y="4358164"/>
          <a:ext cx="8842375" cy="265271"/>
        </a:xfrm>
        <a:prstGeom prst="rect">
          <a:avLst/>
        </a:prstGeom>
      </dsp:spPr>
      <dsp:txXfrm>
        <a:off x="0" y="4358164"/>
        <a:ext cx="8842375" cy="265271"/>
      </dsp:txXfrm>
    </dsp:sp>
    <dsp:sp modelId="{D2E51676-FDF1-488F-984D-6073C277CAF4}">
      <dsp:nvSpPr>
        <dsp:cNvPr id="8" name="Rectangle 7" hidden="1"/>
        <dsp:cNvSpPr/>
      </dsp:nvSpPr>
      <dsp:spPr>
        <a:xfrm>
          <a:off x="0" y="4092893"/>
          <a:ext cx="8842375" cy="265271"/>
        </a:xfrm>
        <a:prstGeom prst="rect">
          <a:avLst/>
        </a:prstGeom>
      </dsp:spPr>
      <dsp:txXfrm>
        <a:off x="0" y="4092893"/>
        <a:ext cx="8842375" cy="265271"/>
      </dsp:txXfrm>
    </dsp:sp>
    <dsp:sp modelId="{CCE5650C-A6B8-4160-9320-4321215388D2}">
      <dsp:nvSpPr>
        <dsp:cNvPr id="11" name="Rectangle 10"/>
        <dsp:cNvSpPr/>
      </dsp:nvSpPr>
      <dsp:spPr bwMode="white">
        <a:xfrm>
          <a:off x="5747544" y="-681990"/>
          <a:ext cx="3094831" cy="1591609"/>
        </a:xfrm>
        <a:prstGeom prst="rect">
          <a:avLst/>
        </a:prstGeom>
        <a:noFill/>
        <a:ln>
          <a:noFill/>
        </a:ln>
      </dsp:spPr>
      <dsp:style>
        <a:lnRef idx="2">
          <a:scrgbClr r="0" g="0" b="0"/>
        </a:lnRef>
        <a:fillRef idx="1">
          <a:scrgbClr r="0" g="0" b="0"/>
        </a:fillRef>
        <a:effectRef idx="0">
          <a:scrgbClr r="0" g="0" b="0"/>
        </a:effectRef>
        <a:fontRef idx="minor"/>
      </dsp:style>
      <dsp:txBody>
        <a:bodyPr vert="horz" wrap="square" lIns="125730" tIns="125730" rIns="125730" bIns="125730" anchor="ctr"/>
        <a:lstStyle>
          <a:lvl1pPr algn="l">
            <a:defRPr sz="6500"/>
          </a:lvl1pPr>
          <a:lvl2pPr marL="285750" indent="-285750" algn="l">
            <a:defRPr sz="3300"/>
          </a:lvl2pPr>
          <a:lvl3pPr marL="571500" indent="-285750" algn="l">
            <a:defRPr sz="3300"/>
          </a:lvl3pPr>
          <a:lvl4pPr marL="857250" indent="-285750" algn="l">
            <a:defRPr sz="3300"/>
          </a:lvl4pPr>
          <a:lvl5pPr marL="1143000" indent="-285750" algn="l">
            <a:defRPr sz="3300"/>
          </a:lvl5pPr>
          <a:lvl6pPr marL="1428750" indent="-285750" algn="l">
            <a:defRPr sz="3300"/>
          </a:lvl6pPr>
          <a:lvl7pPr marL="1714500" indent="-285750" algn="l">
            <a:defRPr sz="3300"/>
          </a:lvl7pPr>
          <a:lvl8pPr marL="2000250" indent="-285750" algn="l">
            <a:defRPr sz="3300"/>
          </a:lvl8pPr>
          <a:lvl9pPr marL="2286000" indent="-285750" algn="l">
            <a:defRPr sz="3300"/>
          </a:lvl9pPr>
        </a:lstStyle>
        <a:p>
          <a:pPr lvl="1">
            <a:lnSpc>
              <a:spcPct val="100000"/>
            </a:lnSpc>
            <a:spcBef>
              <a:spcPct val="0"/>
            </a:spcBef>
            <a:spcAft>
              <a:spcPct val="15000"/>
            </a:spcAft>
            <a:buChar char="•"/>
          </a:pPr>
          <a:r>
            <a:rPr lang="" altLang="en-US">
              <a:solidFill>
                <a:schemeClr val="dk1"/>
              </a:solidFill>
            </a:rPr>
            <a:t>IO模型</a:t>
          </a:r>
          <a:endParaRPr lang="" altLang="en-US">
            <a:solidFill>
              <a:schemeClr val="dk1"/>
            </a:solidFill>
          </a:endParaRPr>
        </a:p>
      </dsp:txBody>
      <dsp:txXfrm>
        <a:off x="5747544" y="-681990"/>
        <a:ext cx="3094831" cy="1591609"/>
      </dsp:txXfrm>
    </dsp:sp>
    <dsp:sp modelId="{6FC46BE1-4B03-427F-AEEF-155E43527DA4}">
      <dsp:nvSpPr>
        <dsp:cNvPr id="12" name="Rectangle 11"/>
        <dsp:cNvSpPr/>
      </dsp:nvSpPr>
      <dsp:spPr bwMode="white">
        <a:xfrm>
          <a:off x="5747544" y="909619"/>
          <a:ext cx="3094831" cy="1591665"/>
        </a:xfrm>
        <a:prstGeom prst="rect">
          <a:avLst/>
        </a:prstGeom>
        <a:noFill/>
        <a:ln>
          <a:noFill/>
        </a:ln>
      </dsp:spPr>
      <dsp:style>
        <a:lnRef idx="2">
          <a:scrgbClr r="0" g="0" b="0"/>
        </a:lnRef>
        <a:fillRef idx="1">
          <a:scrgbClr r="0" g="0" b="0"/>
        </a:fillRef>
        <a:effectRef idx="0">
          <a:scrgbClr r="0" g="0" b="0"/>
        </a:effectRef>
        <a:fontRef idx="minor"/>
      </dsp:style>
      <dsp:txBody>
        <a:bodyPr vert="horz" wrap="square" lIns="125730" tIns="125730" rIns="125730" bIns="125730" anchor="ctr"/>
        <a:lstStyle>
          <a:lvl1pPr algn="l">
            <a:defRPr sz="6500"/>
          </a:lvl1pPr>
          <a:lvl2pPr marL="285750" indent="-285750" algn="l">
            <a:defRPr sz="3300"/>
          </a:lvl2pPr>
          <a:lvl3pPr marL="571500" indent="-285750" algn="l">
            <a:defRPr sz="3300"/>
          </a:lvl3pPr>
          <a:lvl4pPr marL="857250" indent="-285750" algn="l">
            <a:defRPr sz="3300"/>
          </a:lvl4pPr>
          <a:lvl5pPr marL="1143000" indent="-285750" algn="l">
            <a:defRPr sz="3300"/>
          </a:lvl5pPr>
          <a:lvl6pPr marL="1428750" indent="-285750" algn="l">
            <a:defRPr sz="3300"/>
          </a:lvl6pPr>
          <a:lvl7pPr marL="1714500" indent="-285750" algn="l">
            <a:defRPr sz="3300"/>
          </a:lvl7pPr>
          <a:lvl8pPr marL="2000250" indent="-285750" algn="l">
            <a:defRPr sz="3300"/>
          </a:lvl8pPr>
          <a:lvl9pPr marL="2286000" indent="-285750" algn="l">
            <a:defRPr sz="3300"/>
          </a:lvl9pPr>
        </a:lstStyle>
        <a:p>
          <a:pPr lvl="1">
            <a:lnSpc>
              <a:spcPct val="100000"/>
            </a:lnSpc>
            <a:spcBef>
              <a:spcPct val="0"/>
            </a:spcBef>
            <a:spcAft>
              <a:spcPct val="15000"/>
            </a:spcAft>
            <a:buChar char="•"/>
          </a:pPr>
          <a:r>
            <a:rPr lang="" altLang="en-US">
              <a:solidFill>
                <a:schemeClr val="dk1"/>
              </a:solidFill>
            </a:rPr>
            <a:t>socket编程</a:t>
          </a:r>
          <a:endParaRPr lang="" altLang="en-US">
            <a:solidFill>
              <a:schemeClr val="dk1"/>
            </a:solidFill>
          </a:endParaRPr>
        </a:p>
      </dsp:txBody>
      <dsp:txXfrm>
        <a:off x="5747544" y="909619"/>
        <a:ext cx="3094831" cy="1591665"/>
      </dsp:txXfrm>
    </dsp:sp>
    <dsp:sp modelId="{A415A605-18B3-4618-ABC7-E8973F787026}">
      <dsp:nvSpPr>
        <dsp:cNvPr id="13" name="Rectangle 12"/>
        <dsp:cNvSpPr/>
      </dsp:nvSpPr>
      <dsp:spPr bwMode="white">
        <a:xfrm>
          <a:off x="5747544" y="2501284"/>
          <a:ext cx="3094831" cy="1591609"/>
        </a:xfrm>
        <a:prstGeom prst="rect">
          <a:avLst/>
        </a:prstGeom>
        <a:noFill/>
        <a:ln>
          <a:noFill/>
        </a:ln>
      </dsp:spPr>
      <dsp:style>
        <a:lnRef idx="2">
          <a:scrgbClr r="0" g="0" b="0"/>
        </a:lnRef>
        <a:fillRef idx="1">
          <a:scrgbClr r="0" g="0" b="0"/>
        </a:fillRef>
        <a:effectRef idx="0">
          <a:scrgbClr r="0" g="0" b="0"/>
        </a:effectRef>
        <a:fontRef idx="minor"/>
      </dsp:style>
      <dsp:txBody>
        <a:bodyPr vert="horz" wrap="square" lIns="125730" tIns="125730" rIns="125730" bIns="125730" anchor="ctr"/>
        <a:lstStyle>
          <a:lvl1pPr algn="l">
            <a:defRPr sz="6500"/>
          </a:lvl1pPr>
          <a:lvl2pPr marL="285750" indent="-285750" algn="l">
            <a:defRPr sz="3300"/>
          </a:lvl2pPr>
          <a:lvl3pPr marL="571500" indent="-285750" algn="l">
            <a:defRPr sz="3300"/>
          </a:lvl3pPr>
          <a:lvl4pPr marL="857250" indent="-285750" algn="l">
            <a:defRPr sz="3300"/>
          </a:lvl4pPr>
          <a:lvl5pPr marL="1143000" indent="-285750" algn="l">
            <a:defRPr sz="3300"/>
          </a:lvl5pPr>
          <a:lvl6pPr marL="1428750" indent="-285750" algn="l">
            <a:defRPr sz="3300"/>
          </a:lvl6pPr>
          <a:lvl7pPr marL="1714500" indent="-285750" algn="l">
            <a:defRPr sz="3300"/>
          </a:lvl7pPr>
          <a:lvl8pPr marL="2000250" indent="-285750" algn="l">
            <a:defRPr sz="3300"/>
          </a:lvl8pPr>
          <a:lvl9pPr marL="2286000" indent="-285750" algn="l">
            <a:defRPr sz="3300"/>
          </a:lvl9pPr>
        </a:lstStyle>
        <a:p>
          <a:pPr lvl="1">
            <a:lnSpc>
              <a:spcPct val="100000"/>
            </a:lnSpc>
            <a:spcBef>
              <a:spcPct val="0"/>
            </a:spcBef>
            <a:spcAft>
              <a:spcPct val="15000"/>
            </a:spcAft>
            <a:buChar char="•"/>
          </a:pPr>
          <a:r>
            <a:rPr lang="" altLang="en-US">
              <a:solidFill>
                <a:schemeClr val="dk1"/>
              </a:solidFill>
            </a:rPr>
            <a:t>介绍</a:t>
          </a:r>
          <a:endParaRPr lang="en-US">
            <a:solidFill>
              <a:schemeClr val="dk1"/>
            </a:solidFill>
          </a:endParaRPr>
        </a:p>
        <a:p>
          <a:pPr lvl="1">
            <a:lnSpc>
              <a:spcPct val="100000"/>
            </a:lnSpc>
            <a:spcBef>
              <a:spcPct val="0"/>
            </a:spcBef>
            <a:spcAft>
              <a:spcPct val="15000"/>
            </a:spcAft>
            <a:buChar char="•"/>
          </a:pPr>
          <a:r>
            <a:rPr lang="" altLang="en-US">
              <a:solidFill>
                <a:schemeClr val="dk1"/>
              </a:solidFill>
            </a:rPr>
            <a:t>解读一份代码</a:t>
          </a:r>
          <a:endParaRPr lang="" altLang="en-US">
            <a:solidFill>
              <a:schemeClr val="dk1"/>
            </a:solidFill>
          </a:endParaRPr>
        </a:p>
      </dsp:txBody>
      <dsp:txXfrm>
        <a:off x="5747544" y="2501284"/>
        <a:ext cx="3094831" cy="1591609"/>
      </dsp:txXfrm>
    </dsp:sp>
  </dsp:spTree>
</dsp:drawing>
</file>

<file path=ppt/diagrams/layout1.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rSet qsTypeId="urn:microsoft.com/office/officeart/2005/8/quickstyle/simple5"/>
        </dgm:pt>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最流行的I/O模型是阻塞I/O(blocking I/O）模型。缺省情况下，所有套接口都是阻塞的。</a:t>
            </a:r>
            <a:endParaRPr lang="en-US"/>
          </a:p>
          <a:p>
            <a:endParaRPr lang="en-US"/>
          </a:p>
          <a:p>
            <a:r>
              <a:rPr lang="en-US"/>
              <a:t>以数据报套接口作为例子，我们有下图所示的情形:</a:t>
            </a:r>
            <a:endParaRPr lang="en-US"/>
          </a:p>
          <a:p>
            <a:r>
              <a:rPr lang="en-US"/>
              <a:t>进程调用recvfrom，其系统调用直到数据报到达且被拷贝到应用进程的缓冲区中或者发生错误才返回。最常见的错误是系统调用被信号中断。我们说进程在从调用recvfrom开始到它返回的整段时间内是被阻塞的。recvfrom成功返回后，应用进程开始处理数据。</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进程把一个套接口设置成非阻塞是在通知内核：当所请求的I/O操作非得把本进程投入睡眠才能完成时，不要把本进程投入睡眠，而是返回一个错误。下图展示了非阻塞I/O模型。</a:t>
            </a:r>
            <a:endParaRPr lang="en-US"/>
          </a:p>
          <a:p>
            <a:r>
              <a:rPr lang="en-US"/>
              <a:t>前三次调用recvfrom时没有数据可返回，因此内核转而立即返回一个EWOULDBLOCK错误。第四次调用recvfrom时已有数据报准备好，它被拷贝到应用进程缓冲区，recvfrom于是成功返回。我们接着处理数据。</a:t>
            </a:r>
            <a:endParaRPr lang="en-US"/>
          </a:p>
          <a:p>
            <a:endParaRPr lang="en-US"/>
          </a:p>
          <a:p>
            <a:r>
              <a:rPr lang="en-US"/>
              <a:t>当一个应用进程像这样对一个非阻塞描述字循环调用recvfrom时，我们称之为轮询（polling）。应用进程持续轮询内核，以查看某个操作是否就绪。这么做往往耗费大量CPU时间，不过这种模型偶尔也会遇到，通常是在只专门提供某种功能的系统中才有。</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有了I/O复用（I/O multiplexing），我们就可以调用select或poll，阻塞在这两个系统调用中的某一个之上，而不是阻塞在真正的I/O系统调用上。下图展示了I/O复用模型。</a:t>
            </a:r>
            <a:endParaRPr lang="en-US"/>
          </a:p>
          <a:p>
            <a:r>
              <a:rPr lang="en-US"/>
              <a:t>我们阻塞于select调用，等待数据报套接口变为可读。当select返回套接口可读这一条件时，我们调用recvfrom把所读数据报拷贝到应用进程缓冲区。</a:t>
            </a:r>
            <a:endParaRPr lang="en-US"/>
          </a:p>
          <a:p>
            <a:endParaRPr lang="en-US"/>
          </a:p>
          <a:p>
            <a:r>
              <a:rPr lang="en-US"/>
              <a:t>比较I/O复用模型和阻塞I/O模型，I/O复用并没有显示出什么优势，事实上由于使用select需要使用两个而不是单个系统调用，I/O复用还稍有劣势。使用select的优势在于我们可以等待多个描述字就绪。</a:t>
            </a:r>
            <a:endParaRPr lang="en-US"/>
          </a:p>
          <a:p>
            <a:endParaRPr lang="en-US"/>
          </a:p>
          <a:p>
            <a:r>
              <a:rPr lang="en-US"/>
              <a:t>与I/O复用密切相关的另一种I/O模型是在多线程中使用阻塞I/O。这种模型与I/O复用模型极为相似，代替使用select阻塞在多个文件描述字上的是，使用多个线程（每个文件描述字一个线程），这样每个线程都可以自由地调用诸如recvfrom之类的阻塞式I/O系统调用了。</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我们也可以用信号，让内核在描述字就绪时发送SIGIO信号通知我们。我们称这种模型为信号驱动I/O（signal-driven I/O），如下图所示：</a:t>
            </a:r>
            <a:endParaRPr lang="en-US"/>
          </a:p>
          <a:p>
            <a:r>
              <a:rPr lang="en-US"/>
              <a:t>我们首先开启套接口的信号驱动I/O功能，并通过sigaction系统调用安装一个信号处理函数。该系统调用立即返回，我们的进程继续工作，也就是说它没有被阻塞。当数据报准备好读取时，内核就为该进程产生一个SIGIO信号。我们随后既可以在信号处理函数中调用recvfrom读取数据报，并通知主循环数据已准备好待处理，也可以立即通知主循环，让它读取数据报。</a:t>
            </a:r>
            <a:endParaRPr lang="en-US"/>
          </a:p>
          <a:p>
            <a:endParaRPr lang="en-US"/>
          </a:p>
          <a:p>
            <a:r>
              <a:rPr lang="en-US"/>
              <a:t>无论如何处理SIGIO信号，这种模型的优势在于等待数据报到达期间，进程不被阻塞。主循环可以继续执行，只要不时等待来自信号处理函数的通知：既可以是数据已准备好被处理，也可以是数据报已准备好被读取。</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异步I/O（asynchronous I/O）由POSIX规范定义。一般地说，这些函数的工作机制是：告知内核启动某个操作，并让内核在整个操作（包括将数据从内核拷贝到我们自己的缓冲区）完成后通知我们。这种模型与信号驱动模型的主要区别在于：信号驱动I/O是由内核通知我们何时启动一个I/O操作，而异步I/O模型是由内核通知我们I/O操作何时完成。</a:t>
            </a:r>
            <a:endParaRPr lang="en-US"/>
          </a:p>
          <a:p>
            <a:r>
              <a:rPr lang="en-US"/>
              <a:t>我们调用aio_read函数（POSIX异步I/O函数以aio_或lio_开头），给内核传递描述字、缓冲区指针、缓冲区大小（与read相同的三个参数）、文件偏移（与lseek类似），并告诉内核当整个操作完成时如何通知我们。该系统调用立即返回，在等待I/O完成期间，我们的进程不被阻塞。</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同步I/O和异步I/O</a:t>
            </a:r>
            <a:endParaRPr lang="en-US"/>
          </a:p>
          <a:p>
            <a:endParaRPr lang="en-US"/>
          </a:p>
          <a:p>
            <a:r>
              <a:rPr lang="en-US"/>
              <a:t>POSIX把这两个术语定义如下:</a:t>
            </a:r>
            <a:endParaRPr lang="en-US"/>
          </a:p>
          <a:p>
            <a:endParaRPr lang="en-US"/>
          </a:p>
          <a:p>
            <a:r>
              <a:rPr lang="en-US"/>
              <a:t>    同步I/O操作（synchronous I/O operation）导致请求进程阻塞，直到I/O操作完成。</a:t>
            </a:r>
            <a:endParaRPr lang="en-US"/>
          </a:p>
          <a:p>
            <a:r>
              <a:rPr lang="en-US"/>
              <a:t>    异步I/O操作（asynchronous I/O operation）不导致请求进程阻塞。</a:t>
            </a:r>
            <a:endParaRPr lang="en-US"/>
          </a:p>
          <a:p>
            <a:endParaRPr lang="en-US"/>
          </a:p>
          <a:p>
            <a:r>
              <a:rPr lang="en-US"/>
              <a:t>根据上述定义，我们的前4种模型——阻塞I/O模型、非阻塞I/O模型、I/O复用模型和信号驱动I/O模型都是同步I/O模型，因为其中真正的I/O操作（recvfrom）将阻塞进程。只有异步I/O模型与POSIX定义的异步I/O相匹配。</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https://blog.csdn.net/a78270528/article/details/80318571</a:t>
            </a:r>
            <a:endParaRPr lang="en-US"/>
          </a:p>
          <a:p>
            <a:r>
              <a:rPr lang="en-US"/>
              <a:t>https://www.jianshu.com/p/a4e03835921a</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r>
              <a:rPr lang="en-US"/>
              <a:t>Level Trigger 就是在描述符就绪的时候，内核会持续地通知进程，直到进程处理描述符，但是有时候我们并没办法第一时间就去处理这个描述符，所以内核的持续通知会浪费系统资源。</a:t>
            </a:r>
            <a:endParaRPr lang="en-US"/>
          </a:p>
          <a:p>
            <a:endParaRPr lang="en-US"/>
          </a:p>
          <a:p>
            <a:r>
              <a:rPr lang="en-US"/>
              <a:t>Edge Trigger 与 LT 不同，内核在描述符就绪的时候只会通知进程一次，进程可以在合适的时候再处理它。当error变成EAGAIN 时，就可以等待内核下一次的通知了</a:t>
            </a:r>
            <a:endParaRPr lang="en-US"/>
          </a:p>
          <a:p>
            <a:endParaRPr lang="en-US"/>
          </a:p>
          <a:p>
            <a:r>
              <a:rPr lang="en-US"/>
              <a:t>ET模式仅当状态发生变化的时候才获得通知，这里所谓的状态的变化并不包括缓冲区中还有未处理的数据，也就是说，如果要采用ET模式，需要一直read/write直到出错为止，很多人反映为什么采用ET模式只接收了一部分数据就再也得不到通知了，大多因为这样，而LT模式是只要有数据没有处理就会一直通知下去的。</a:t>
            </a:r>
            <a:endParaRPr lang="en-US"/>
          </a:p>
          <a:p>
            <a:endParaRPr lang="en-US"/>
          </a:p>
          <a:p>
            <a:r>
              <a:rPr lang="en-US"/>
              <a:t>epoll工作在ET模式的时候，必须使用非阻塞套接口，以避免由于一个文件句柄的阻塞读/阻塞写操作把处理多个文件描述符的任务饿死。最好以下面的方式调用ET模式的epoll接口 </a:t>
            </a:r>
            <a:endParaRPr lang="en-US"/>
          </a:p>
          <a:p>
            <a:endParaRPr lang="en-US"/>
          </a:p>
          <a:p>
            <a:r>
              <a:rPr lang="en-US"/>
              <a:t>    基于非阻塞文件句柄 </a:t>
            </a:r>
            <a:endParaRPr lang="en-US"/>
          </a:p>
          <a:p>
            <a:r>
              <a:rPr lang="en-US"/>
              <a:t>    只有当read(2)或者write(2)返回EAGAIN时才需要挂起，等待。但这并不是说每次read()时都需要循环读，直到读到产生一个EAGAIN才认为此次事件处理完成，当read()返回的读到的数据长度小于请求的数据长度时，就可以确定此时缓冲中已没有数据了，也就可以认为此事读事件已处理完成。 </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idx="2"/>
          </p:nvPr>
        </p:nvSpPr>
        <p:spPr/>
      </p:sp>
      <p:sp>
        <p:nvSpPr>
          <p:cNvPr id="3" name="Text Placeholder 2"/>
          <p:cNvSpPr/>
          <p:nvPr>
            <p:ph type="body" idx="3"/>
          </p:nvPr>
        </p:nvSpPr>
        <p:spPr/>
        <p:txBody>
          <a:bodyPr/>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rcRect b="3795"/>
          <a:stretch>
            <a:fillRect/>
          </a:stretch>
        </p:blipFill>
        <p:spPr>
          <a:xfrm>
            <a:off x="0" y="260350"/>
            <a:ext cx="12192000" cy="6597650"/>
          </a:xfrm>
          <a:prstGeom prst="rect">
            <a:avLst/>
          </a:prstGeom>
          <a:noFill/>
          <a:ln w="9525">
            <a:noFill/>
          </a:ln>
        </p:spPr>
      </p:pic>
      <p:sp>
        <p:nvSpPr>
          <p:cNvPr id="2051" name="Rectangle 3"/>
          <p:cNvSpPr>
            <a:spLocks noGrp="1" noChangeArrowheads="1"/>
          </p:cNvSpPr>
          <p:nvPr>
            <p:ph type="ctrTitle"/>
          </p:nvPr>
        </p:nvSpPr>
        <p:spPr>
          <a:xfrm>
            <a:off x="624417" y="620713"/>
            <a:ext cx="10943167" cy="1082675"/>
          </a:xfrm>
        </p:spPr>
        <p:txBody>
          <a:bodyPr/>
          <a:lstStyle>
            <a:lvl1pPr>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1843088"/>
            <a:ext cx="10949517" cy="981075"/>
          </a:xfrm>
        </p:spPr>
        <p:txBody>
          <a:bodyPr/>
          <a:lstStyle>
            <a:lvl1pPr marL="0" indent="0">
              <a:buFontTx/>
              <a:buNone/>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2"/>
          <p:cNvPicPr>
            <a:picLocks noChangeAspect="1"/>
          </p:cNvPicPr>
          <p:nvPr/>
        </p:nvPicPr>
        <p:blipFill>
          <a:blip r:embed="rId12"/>
          <a:stretch>
            <a:fillRect/>
          </a:stretch>
        </p:blipFill>
        <p:spPr>
          <a:xfrm>
            <a:off x="0" y="0"/>
            <a:ext cx="12192000"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2.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netty.io/wiki/native-transports.html" TargetMode="Externa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netty.io/wiki/native-transports.html" TargetMode="Externa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stackoverflow.com/questions/23465401/why-native-epoll-support-is-introduced-in-netty" TargetMode="Externa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hyperlink" Target="https://stackoverflow.com/questions/46621209/epoll-difference-between-level-triggered-and-edge-triggered-when-epolloneshot-s" TargetMode="External"/><Relationship Id="rId1" Type="http://schemas.openxmlformats.org/officeDocument/2006/relationships/hyperlink" Target="https://linux.die.net/man/4/epoll" TargetMode="Externa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p:txBody>
          <a:bodyPr/>
          <a:p>
            <a:r>
              <a:rPr lang="en-US" altLang="en-US"/>
              <a:t>TCP/Java/Netty</a:t>
            </a:r>
            <a:endParaRPr lang="en-US" altLang="en-US"/>
          </a:p>
        </p:txBody>
      </p:sp>
      <p:sp>
        <p:nvSpPr>
          <p:cNvPr id="3" name="Subtitle 2"/>
          <p:cNvSpPr>
            <a:spLocks noGrp="1"/>
          </p:cNvSpPr>
          <p:nvPr>
            <p:ph type="subTitle" idx="1"/>
          </p:nvPr>
        </p:nvSpPr>
        <p:spPr/>
        <p:txBody>
          <a:bodyPr/>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简要提纲</a:t>
            </a:r>
            <a:endParaRPr lang="en-US" altLang="en-US"/>
          </a:p>
        </p:txBody>
      </p:sp>
      <p:sp>
        <p:nvSpPr>
          <p:cNvPr id="3" name="Content Placeholder 2"/>
          <p:cNvSpPr>
            <a:spLocks noGrp="1"/>
          </p:cNvSpPr>
          <p:nvPr>
            <p:ph idx="1"/>
          </p:nvPr>
        </p:nvSpPr>
        <p:spPr/>
        <p:txBody>
          <a:bodyPr/>
          <a:p>
            <a:endParaRPr lang="en-US"/>
          </a:p>
        </p:txBody>
      </p:sp>
      <p:graphicFrame>
        <p:nvGraphicFramePr>
          <p:cNvPr id="5" name="Diagram 4"/>
          <p:cNvGraphicFramePr/>
          <p:nvPr/>
        </p:nvGraphicFramePr>
        <p:xfrm>
          <a:off x="1317625" y="1174115"/>
          <a:ext cx="8842375" cy="3941445"/>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TCP IO模型1-同步模型</a:t>
            </a:r>
            <a:endParaRPr lang="en-US" altLang="en-US"/>
          </a:p>
        </p:txBody>
      </p:sp>
      <p:pic>
        <p:nvPicPr>
          <p:cNvPr id="4" name="Content Placeholder 3" descr="m1"/>
          <p:cNvPicPr>
            <a:picLocks noChangeAspect="1"/>
          </p:cNvPicPr>
          <p:nvPr>
            <p:ph idx="1"/>
          </p:nvPr>
        </p:nvPicPr>
        <p:blipFill>
          <a:blip r:embed="rId1"/>
          <a:stretch>
            <a:fillRect/>
          </a:stretch>
        </p:blipFill>
        <p:spPr>
          <a:xfrm>
            <a:off x="1713230" y="1040130"/>
            <a:ext cx="9526905" cy="47771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TCP IO模型2-非阻塞I/O模型</a:t>
            </a:r>
            <a:endParaRPr lang="en-US" altLang="en-US"/>
          </a:p>
        </p:txBody>
      </p:sp>
      <p:pic>
        <p:nvPicPr>
          <p:cNvPr id="5" name="Content Placeholder 4" descr="m2"/>
          <p:cNvPicPr>
            <a:picLocks noChangeAspect="1"/>
          </p:cNvPicPr>
          <p:nvPr>
            <p:ph idx="1"/>
          </p:nvPr>
        </p:nvPicPr>
        <p:blipFill>
          <a:blip r:embed="rId1"/>
          <a:stretch>
            <a:fillRect/>
          </a:stretch>
        </p:blipFill>
        <p:spPr>
          <a:xfrm>
            <a:off x="1975485" y="1016000"/>
            <a:ext cx="8614410" cy="48266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TCP IO模型3-I/O复用模型</a:t>
            </a:r>
            <a:endParaRPr lang="en-US" altLang="en-US"/>
          </a:p>
        </p:txBody>
      </p:sp>
      <p:pic>
        <p:nvPicPr>
          <p:cNvPr id="5" name="Content Placeholder 4" descr="m3"/>
          <p:cNvPicPr>
            <a:picLocks noChangeAspect="1"/>
          </p:cNvPicPr>
          <p:nvPr>
            <p:ph idx="1"/>
          </p:nvPr>
        </p:nvPicPr>
        <p:blipFill>
          <a:blip r:embed="rId1"/>
          <a:stretch>
            <a:fillRect/>
          </a:stretch>
        </p:blipFill>
        <p:spPr>
          <a:xfrm>
            <a:off x="1806575" y="759460"/>
            <a:ext cx="8366125" cy="53390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TCP IO模型4-信号驱动I/O模型</a:t>
            </a:r>
            <a:endParaRPr lang="en-US" altLang="en-US"/>
          </a:p>
        </p:txBody>
      </p:sp>
      <p:pic>
        <p:nvPicPr>
          <p:cNvPr id="5" name="Content Placeholder 4" descr="m4"/>
          <p:cNvPicPr>
            <a:picLocks noChangeAspect="1"/>
          </p:cNvPicPr>
          <p:nvPr>
            <p:ph idx="1"/>
          </p:nvPr>
        </p:nvPicPr>
        <p:blipFill>
          <a:blip r:embed="rId1"/>
          <a:stretch>
            <a:fillRect/>
          </a:stretch>
        </p:blipFill>
        <p:spPr>
          <a:xfrm>
            <a:off x="2010410" y="831850"/>
            <a:ext cx="7943850" cy="51949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TCP IO模型5-异步I/O模型</a:t>
            </a:r>
            <a:endParaRPr lang="en-US" altLang="en-US"/>
          </a:p>
        </p:txBody>
      </p:sp>
      <p:pic>
        <p:nvPicPr>
          <p:cNvPr id="4" name="Content Placeholder 3" descr="m5"/>
          <p:cNvPicPr>
            <a:picLocks noChangeAspect="1"/>
          </p:cNvPicPr>
          <p:nvPr>
            <p:ph idx="1"/>
          </p:nvPr>
        </p:nvPicPr>
        <p:blipFill>
          <a:blip r:embed="rId1"/>
          <a:stretch>
            <a:fillRect/>
          </a:stretch>
        </p:blipFill>
        <p:spPr>
          <a:xfrm>
            <a:off x="1623695" y="1186180"/>
            <a:ext cx="8566150" cy="474853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TCP IO模型比较</a:t>
            </a:r>
            <a:endParaRPr lang="en-US" altLang="en-US"/>
          </a:p>
        </p:txBody>
      </p:sp>
      <p:pic>
        <p:nvPicPr>
          <p:cNvPr id="5" name="Content Placeholder 4" descr="m-c"/>
          <p:cNvPicPr>
            <a:picLocks noChangeAspect="1"/>
          </p:cNvPicPr>
          <p:nvPr>
            <p:ph idx="1"/>
          </p:nvPr>
        </p:nvPicPr>
        <p:blipFill>
          <a:blip r:embed="rId1"/>
          <a:stretch>
            <a:fillRect/>
          </a:stretch>
        </p:blipFill>
        <p:spPr>
          <a:xfrm>
            <a:off x="1628775" y="773430"/>
            <a:ext cx="8312150" cy="542988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Java的Socket实现</a:t>
            </a:r>
            <a:endParaRPr lang="en-US" altLang="en-US"/>
          </a:p>
        </p:txBody>
      </p:sp>
      <p:sp>
        <p:nvSpPr>
          <p:cNvPr id="3" name="Content Placeholder 2"/>
          <p:cNvSpPr>
            <a:spLocks noGrp="1"/>
          </p:cNvSpPr>
          <p:nvPr>
            <p:ph idx="1"/>
          </p:nvPr>
        </p:nvSpPr>
        <p:spPr/>
        <p:txBody>
          <a:bodyPr/>
          <a:p>
            <a:r>
              <a:rPr lang="en-US" altLang="en-US"/>
              <a:t>Socket/ServerSocket</a:t>
            </a:r>
            <a:endParaRPr lang="en-US" altLang="en-US"/>
          </a:p>
          <a:p>
            <a:r>
              <a:rPr lang="en-US" altLang="en-US"/>
              <a:t>SocketChannel/ServerSocketChannel</a:t>
            </a:r>
            <a:endParaRPr lang="en-US"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单线程处理</a:t>
            </a:r>
            <a:endParaRPr lang="en-US" altLang="en-US"/>
          </a:p>
        </p:txBody>
      </p:sp>
      <p:pic>
        <p:nvPicPr>
          <p:cNvPr id="4" name="Content Placeholder 3" descr="linux-001"/>
          <p:cNvPicPr>
            <a:picLocks noChangeAspect="1"/>
          </p:cNvPicPr>
          <p:nvPr>
            <p:ph idx="1"/>
          </p:nvPr>
        </p:nvPicPr>
        <p:blipFill>
          <a:blip r:embed="rId1"/>
          <a:stretch>
            <a:fillRect/>
          </a:stretch>
        </p:blipFill>
        <p:spPr>
          <a:xfrm>
            <a:off x="3678555" y="893445"/>
            <a:ext cx="4834890" cy="507047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多线程处理</a:t>
            </a:r>
            <a:endParaRPr lang="en-US" altLang="en-US"/>
          </a:p>
        </p:txBody>
      </p:sp>
      <p:pic>
        <p:nvPicPr>
          <p:cNvPr id="5" name="Content Placeholder 4" descr="linux-002"/>
          <p:cNvPicPr>
            <a:picLocks noChangeAspect="1"/>
          </p:cNvPicPr>
          <p:nvPr>
            <p:ph idx="1"/>
          </p:nvPr>
        </p:nvPicPr>
        <p:blipFill>
          <a:blip r:embed="rId1"/>
          <a:stretch>
            <a:fillRect/>
          </a:stretch>
        </p:blipFill>
        <p:spPr>
          <a:xfrm>
            <a:off x="3758565" y="97790"/>
            <a:ext cx="5690870" cy="60299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无阻塞模式</a:t>
            </a:r>
            <a:endParaRPr lang="en-US" altLang="en-US"/>
          </a:p>
        </p:txBody>
      </p:sp>
      <p:pic>
        <p:nvPicPr>
          <p:cNvPr id="4" name="Content Placeholder 3" descr="linux-003"/>
          <p:cNvPicPr>
            <a:picLocks noChangeAspect="1"/>
          </p:cNvPicPr>
          <p:nvPr>
            <p:ph idx="1"/>
          </p:nvPr>
        </p:nvPicPr>
        <p:blipFill>
          <a:blip r:embed="rId1"/>
          <a:stretch>
            <a:fillRect/>
          </a:stretch>
        </p:blipFill>
        <p:spPr>
          <a:xfrm>
            <a:off x="3665220" y="1174750"/>
            <a:ext cx="4860290" cy="4953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select()事件通知(只有读)</a:t>
            </a:r>
            <a:endParaRPr lang="en-US" altLang="en-US"/>
          </a:p>
        </p:txBody>
      </p:sp>
      <p:pic>
        <p:nvPicPr>
          <p:cNvPr id="4" name="Content Placeholder 3" descr="linux-004"/>
          <p:cNvPicPr>
            <a:picLocks noChangeAspect="1"/>
          </p:cNvPicPr>
          <p:nvPr>
            <p:ph idx="1"/>
          </p:nvPr>
        </p:nvPicPr>
        <p:blipFill>
          <a:blip r:embed="rId1"/>
          <a:stretch>
            <a:fillRect/>
          </a:stretch>
        </p:blipFill>
        <p:spPr>
          <a:xfrm>
            <a:off x="6268085" y="190500"/>
            <a:ext cx="5869940" cy="596963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sym typeface="+mn-ea"/>
              </a:rPr>
              <a:t>基于select()的事件通知(全事件)</a:t>
            </a:r>
            <a:endParaRPr lang="en-US"/>
          </a:p>
        </p:txBody>
      </p:sp>
      <p:pic>
        <p:nvPicPr>
          <p:cNvPr id="4" name="Content Placeholder 3" descr="linux-005"/>
          <p:cNvPicPr>
            <a:picLocks noChangeAspect="1"/>
          </p:cNvPicPr>
          <p:nvPr>
            <p:ph idx="1"/>
          </p:nvPr>
        </p:nvPicPr>
        <p:blipFill>
          <a:blip r:embed="rId1"/>
          <a:stretch>
            <a:fillRect/>
          </a:stretch>
        </p:blipFill>
        <p:spPr>
          <a:xfrm>
            <a:off x="7408545" y="394335"/>
            <a:ext cx="4483100" cy="55448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Java同步</a:t>
            </a:r>
            <a:endParaRPr lang="en-US" altLang="en-US"/>
          </a:p>
        </p:txBody>
      </p:sp>
      <p:pic>
        <p:nvPicPr>
          <p:cNvPr id="4" name="Content Placeholder 3" descr="java-1"/>
          <p:cNvPicPr>
            <a:picLocks noChangeAspect="1"/>
          </p:cNvPicPr>
          <p:nvPr>
            <p:ph idx="1"/>
          </p:nvPr>
        </p:nvPicPr>
        <p:blipFill>
          <a:blip r:embed="rId1"/>
          <a:stretch>
            <a:fillRect/>
          </a:stretch>
        </p:blipFill>
        <p:spPr>
          <a:xfrm>
            <a:off x="321310" y="857250"/>
            <a:ext cx="11261090" cy="512635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Java伪同步</a:t>
            </a:r>
            <a:endParaRPr lang="en-US" altLang="en-US"/>
          </a:p>
        </p:txBody>
      </p:sp>
      <p:pic>
        <p:nvPicPr>
          <p:cNvPr id="5" name="Content Placeholder 4" descr="java-2"/>
          <p:cNvPicPr>
            <a:picLocks noChangeAspect="1"/>
          </p:cNvPicPr>
          <p:nvPr>
            <p:ph idx="1"/>
          </p:nvPr>
        </p:nvPicPr>
        <p:blipFill>
          <a:blip r:embed="rId1"/>
          <a:stretch>
            <a:fillRect/>
          </a:stretch>
        </p:blipFill>
        <p:spPr>
          <a:xfrm>
            <a:off x="337820" y="1036320"/>
            <a:ext cx="11599545" cy="45847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Java使用Selector</a:t>
            </a:r>
            <a:endParaRPr lang="en-US" altLang="en-US"/>
          </a:p>
        </p:txBody>
      </p:sp>
      <p:pic>
        <p:nvPicPr>
          <p:cNvPr id="5" name="Content Placeholder 4" descr="java-3"/>
          <p:cNvPicPr>
            <a:picLocks noChangeAspect="1"/>
          </p:cNvPicPr>
          <p:nvPr>
            <p:ph idx="1"/>
          </p:nvPr>
        </p:nvPicPr>
        <p:blipFill>
          <a:blip r:embed="rId1"/>
          <a:stretch>
            <a:fillRect/>
          </a:stretch>
        </p:blipFill>
        <p:spPr>
          <a:xfrm>
            <a:off x="375285" y="1190625"/>
            <a:ext cx="5819775" cy="4476750"/>
          </a:xfrm>
          <a:prstGeom prst="rect">
            <a:avLst/>
          </a:prstGeom>
        </p:spPr>
      </p:pic>
      <p:pic>
        <p:nvPicPr>
          <p:cNvPr id="7" name="Picture 6" descr="java-4"/>
          <p:cNvPicPr>
            <a:picLocks noChangeAspect="1"/>
          </p:cNvPicPr>
          <p:nvPr/>
        </p:nvPicPr>
        <p:blipFill>
          <a:blip r:embed="rId2"/>
          <a:stretch>
            <a:fillRect/>
          </a:stretch>
        </p:blipFill>
        <p:spPr>
          <a:xfrm>
            <a:off x="5933440" y="1149985"/>
            <a:ext cx="5648325" cy="446976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各个系统的基于事件实现</a:t>
            </a:r>
            <a:endParaRPr lang="en-US" altLang="en-US"/>
          </a:p>
        </p:txBody>
      </p:sp>
      <p:sp>
        <p:nvSpPr>
          <p:cNvPr id="3" name="Content Placeholder 2"/>
          <p:cNvSpPr>
            <a:spLocks noGrp="1"/>
          </p:cNvSpPr>
          <p:nvPr>
            <p:ph idx="1"/>
          </p:nvPr>
        </p:nvSpPr>
        <p:spPr/>
        <p:txBody>
          <a:bodyPr/>
          <a:p>
            <a:r>
              <a:rPr lang="en-US" altLang="en-US"/>
              <a:t>AIX</a:t>
            </a:r>
            <a:endParaRPr lang="en-US" altLang="en-US"/>
          </a:p>
          <a:p>
            <a:pPr lvl="1"/>
            <a:r>
              <a:rPr lang="en-US" altLang="en-US" sz="2800"/>
              <a:t>pollset</a:t>
            </a:r>
            <a:endParaRPr lang="en-US" altLang="en-US"/>
          </a:p>
          <a:p>
            <a:r>
              <a:rPr lang="en-US" altLang="en-US"/>
              <a:t>FreeBSD</a:t>
            </a:r>
            <a:endParaRPr lang="en-US" altLang="en-US"/>
          </a:p>
          <a:p>
            <a:pPr lvl="1"/>
            <a:r>
              <a:rPr lang="en-US" altLang="en-US" sz="2800"/>
              <a:t>kqueue</a:t>
            </a:r>
            <a:endParaRPr lang="en-US" altLang="en-US"/>
          </a:p>
          <a:p>
            <a:r>
              <a:rPr lang="en-US" altLang="en-US"/>
              <a:t>Linux</a:t>
            </a:r>
            <a:endParaRPr lang="en-US" altLang="en-US"/>
          </a:p>
          <a:p>
            <a:pPr lvl="1"/>
            <a:r>
              <a:rPr lang="en-US" altLang="en-US" sz="2800"/>
              <a:t>epoll</a:t>
            </a:r>
            <a:endParaRPr lang="en-US" altLang="en-US"/>
          </a:p>
          <a:p>
            <a:r>
              <a:rPr lang="en-US" altLang="en-US"/>
              <a:t>Windows</a:t>
            </a:r>
            <a:endParaRPr lang="en-US" altLang="en-US"/>
          </a:p>
          <a:p>
            <a:pPr lvl="1"/>
            <a:r>
              <a:rPr lang="en-US" altLang="en-US"/>
              <a:t>IOCP</a:t>
            </a:r>
            <a:endParaRPr lang="en-US"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Oracle JDK的Selector实现</a:t>
            </a:r>
            <a:endParaRPr lang="en-US" altLang="en-US"/>
          </a:p>
        </p:txBody>
      </p:sp>
      <p:sp>
        <p:nvSpPr>
          <p:cNvPr id="3" name="Content Placeholder 2"/>
          <p:cNvSpPr>
            <a:spLocks noGrp="1"/>
          </p:cNvSpPr>
          <p:nvPr>
            <p:ph idx="1"/>
          </p:nvPr>
        </p:nvSpPr>
        <p:spPr/>
        <p:txBody>
          <a:bodyPr/>
          <a:p>
            <a:r>
              <a:rPr lang="en-US" altLang="en-US"/>
              <a:t>Mac OS X</a:t>
            </a:r>
            <a:endParaRPr lang="en-US" altLang="en-US"/>
          </a:p>
          <a:p>
            <a:pPr lvl="1"/>
            <a:r>
              <a:rPr lang="en-US"/>
              <a:t>KQueueSelectorProvider</a:t>
            </a:r>
            <a:endParaRPr lang="en-US"/>
          </a:p>
          <a:p>
            <a:r>
              <a:rPr lang="en-US" altLang="en-US"/>
              <a:t>S</a:t>
            </a:r>
            <a:r>
              <a:rPr lang="en-US"/>
              <a:t>olaris</a:t>
            </a:r>
            <a:endParaRPr lang="en-US"/>
          </a:p>
          <a:p>
            <a:pPr lvl="1"/>
            <a:r>
              <a:rPr lang="en-US"/>
              <a:t>DevPollSelectorProvider</a:t>
            </a:r>
            <a:endParaRPr lang="en-US"/>
          </a:p>
          <a:p>
            <a:r>
              <a:rPr lang="en-US"/>
              <a:t>Linux</a:t>
            </a:r>
            <a:endParaRPr lang="en-US"/>
          </a:p>
          <a:p>
            <a:pPr lvl="1"/>
            <a:r>
              <a:rPr lang="en-US"/>
              <a:t>EPollSelectorProvider (Linux kernels &gt;= 2.6)</a:t>
            </a:r>
            <a:endParaRPr lang="en-US"/>
          </a:p>
          <a:p>
            <a:pPr lvl="1"/>
            <a:r>
              <a:rPr lang="en-US"/>
              <a:t>或 PollSelectorProvider</a:t>
            </a:r>
            <a:endParaRPr lang="en-US"/>
          </a:p>
          <a:p>
            <a:r>
              <a:rPr lang="en-US" altLang="en-US"/>
              <a:t>W</a:t>
            </a:r>
            <a:r>
              <a:rPr lang="en-US"/>
              <a:t>indows</a:t>
            </a:r>
            <a:endParaRPr lang="en-US"/>
          </a:p>
          <a:p>
            <a:pPr lvl="1"/>
            <a:r>
              <a:rPr lang="en-US"/>
              <a:t>WindowsSelectorProvider</a:t>
            </a: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Netty在Linux下</a:t>
            </a:r>
            <a:r>
              <a:rPr lang="en-US" altLang="en-US">
                <a:sym typeface="+mn-ea"/>
              </a:rPr>
              <a:t>原生</a:t>
            </a:r>
            <a:r>
              <a:rPr lang="en-US" altLang="en-US"/>
              <a:t>实现 (since 4.0.16)</a:t>
            </a:r>
            <a:endParaRPr lang="en-US" altLang="en-US"/>
          </a:p>
        </p:txBody>
      </p:sp>
      <p:sp>
        <p:nvSpPr>
          <p:cNvPr id="3" name="Content Placeholder 2"/>
          <p:cNvSpPr>
            <a:spLocks noGrp="1"/>
          </p:cNvSpPr>
          <p:nvPr>
            <p:ph idx="1"/>
          </p:nvPr>
        </p:nvSpPr>
        <p:spPr/>
        <p:txBody>
          <a:bodyPr/>
          <a:p>
            <a:r>
              <a:rPr lang="en-US"/>
              <a:t>netty-transport-native-epoll</a:t>
            </a:r>
            <a:endParaRPr lang="en-US"/>
          </a:p>
          <a:p>
            <a:pPr lvl="1"/>
            <a:r>
              <a:rPr lang="en-US"/>
              <a:t>NioEventLoopGroup → EpollEventLoopGroup</a:t>
            </a:r>
            <a:endParaRPr lang="en-US"/>
          </a:p>
          <a:p>
            <a:pPr lvl="1"/>
            <a:r>
              <a:rPr lang="en-US"/>
              <a:t>NioEventLoop → EpollEventLoop</a:t>
            </a:r>
            <a:endParaRPr lang="en-US"/>
          </a:p>
          <a:p>
            <a:pPr lvl="1"/>
            <a:r>
              <a:rPr lang="en-US"/>
              <a:t>NioServerSocketChannel → EpollServerSocketChannel</a:t>
            </a:r>
            <a:endParaRPr lang="en-US"/>
          </a:p>
          <a:p>
            <a:pPr lvl="1"/>
            <a:r>
              <a:rPr lang="en-US"/>
              <a:t>NioSocketChannel → EpollSocketChannel</a:t>
            </a:r>
            <a:endParaRPr lang="en-US"/>
          </a:p>
          <a:p>
            <a:pPr lvl="1"/>
            <a:endParaRPr lang="en-US"/>
          </a:p>
          <a:p>
            <a:pPr marL="0" lvl="0" indent="0">
              <a:buNone/>
            </a:pPr>
            <a:r>
              <a:rPr lang="en-US">
                <a:hlinkClick r:id="rId1" action="ppaction://hlinkfile"/>
              </a:rPr>
              <a:t>native-transports</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Netty在MacOS/BSD下</a:t>
            </a:r>
            <a:r>
              <a:rPr lang="en-US" altLang="en-US">
                <a:sym typeface="+mn-ea"/>
              </a:rPr>
              <a:t>原生</a:t>
            </a:r>
            <a:r>
              <a:rPr lang="en-US" altLang="en-US"/>
              <a:t>实现 (since 4.1.11)</a:t>
            </a:r>
            <a:endParaRPr lang="en-US" altLang="en-US"/>
          </a:p>
        </p:txBody>
      </p:sp>
      <p:sp>
        <p:nvSpPr>
          <p:cNvPr id="3" name="Content Placeholder 2"/>
          <p:cNvSpPr>
            <a:spLocks noGrp="1"/>
          </p:cNvSpPr>
          <p:nvPr>
            <p:ph idx="1"/>
          </p:nvPr>
        </p:nvSpPr>
        <p:spPr/>
        <p:txBody>
          <a:bodyPr/>
          <a:p>
            <a:r>
              <a:rPr lang="en-US"/>
              <a:t>netty-transport-native-kqueue</a:t>
            </a:r>
            <a:endParaRPr lang="en-US"/>
          </a:p>
          <a:p>
            <a:pPr lvl="1"/>
            <a:r>
              <a:rPr lang="en-US"/>
              <a:t>NioEventLoopGroup → KQueueEventLoopGroup</a:t>
            </a:r>
            <a:endParaRPr lang="en-US"/>
          </a:p>
          <a:p>
            <a:pPr lvl="1"/>
            <a:r>
              <a:rPr lang="en-US"/>
              <a:t>NioEventLoop → KQueueEventLoop</a:t>
            </a:r>
            <a:endParaRPr lang="en-US"/>
          </a:p>
          <a:p>
            <a:pPr lvl="1"/>
            <a:r>
              <a:rPr lang="en-US"/>
              <a:t>NioServerSocketChannel → KQueueServerSocketChannel</a:t>
            </a:r>
            <a:endParaRPr lang="en-US"/>
          </a:p>
          <a:p>
            <a:pPr lvl="1"/>
            <a:r>
              <a:rPr lang="en-US"/>
              <a:t>NioSocketChannel → KQueueSocketChannel</a:t>
            </a:r>
            <a:endParaRPr lang="en-US"/>
          </a:p>
          <a:p>
            <a:pPr lvl="1"/>
            <a:endParaRPr lang="en-US"/>
          </a:p>
          <a:p>
            <a:pPr marL="0" lvl="0" indent="0">
              <a:buNone/>
            </a:pPr>
            <a:r>
              <a:rPr lang="en-US">
                <a:sym typeface="+mn-ea"/>
                <a:hlinkClick r:id="rId1" action="ppaction://hlinkfile"/>
              </a:rPr>
              <a:t>native-transports</a:t>
            </a: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JDK自带epoll与Netty的epoll区别</a:t>
            </a:r>
            <a:endParaRPr lang="en-US" altLang="en-US"/>
          </a:p>
        </p:txBody>
      </p:sp>
      <p:sp>
        <p:nvSpPr>
          <p:cNvPr id="3" name="Content Placeholder 2"/>
          <p:cNvSpPr>
            <a:spLocks noGrp="1"/>
          </p:cNvSpPr>
          <p:nvPr>
            <p:ph idx="1"/>
          </p:nvPr>
        </p:nvSpPr>
        <p:spPr/>
        <p:txBody>
          <a:bodyPr/>
          <a:p>
            <a:r>
              <a:rPr lang="en-US" altLang="en-US"/>
              <a:t>JDK使用Level Trigger，而Netty使用Edge Trigger</a:t>
            </a:r>
            <a:endParaRPr lang="en-US" altLang="en-US"/>
          </a:p>
          <a:p>
            <a:r>
              <a:rPr lang="en-US" altLang="en-US"/>
              <a:t>Netty的实现暴露了更多设置，比如重用端口等</a:t>
            </a:r>
            <a:endParaRPr lang="en-US" altLang="en-US"/>
          </a:p>
          <a:p>
            <a:endParaRPr lang="en-US" altLang="en-US"/>
          </a:p>
          <a:p>
            <a:endParaRPr lang="en-US" altLang="en-US"/>
          </a:p>
          <a:p>
            <a:endParaRPr lang="en-US" altLang="en-US"/>
          </a:p>
          <a:p>
            <a:pPr marL="0" indent="0">
              <a:buNone/>
            </a:pPr>
            <a:r>
              <a:rPr lang="en-US" altLang="en-US">
                <a:hlinkClick r:id="rId1" action="ppaction://hlinkfile"/>
              </a:rPr>
              <a:t>why-native-epoll-support-is-introduced-in-netty</a:t>
            </a:r>
            <a:endParaRPr lang="en-US"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LT与ET区别</a:t>
            </a:r>
            <a:endParaRPr lang="en-US" altLang="en-US"/>
          </a:p>
        </p:txBody>
      </p:sp>
      <p:sp>
        <p:nvSpPr>
          <p:cNvPr id="3" name="Content Placeholder 2"/>
          <p:cNvSpPr>
            <a:spLocks noGrp="1"/>
          </p:cNvSpPr>
          <p:nvPr>
            <p:ph idx="1"/>
          </p:nvPr>
        </p:nvSpPr>
        <p:spPr/>
        <p:txBody>
          <a:bodyPr/>
          <a:p>
            <a:r>
              <a:rPr lang="en-US">
                <a:sym typeface="+mn-ea"/>
              </a:rPr>
              <a:t>Level Trigger 就是在描述符就绪的时候，内核会持续地通知进程，直到进程处理描述符</a:t>
            </a:r>
            <a:endParaRPr lang="en-US">
              <a:sym typeface="+mn-ea"/>
            </a:endParaRPr>
          </a:p>
          <a:p>
            <a:r>
              <a:rPr lang="en-US">
                <a:sym typeface="+mn-ea"/>
              </a:rPr>
              <a:t>Edge Trigger 与 LT 不同，内核在描述符就绪的时候只会通知进程一次，进程可以在合适的时候再处理它</a:t>
            </a:r>
            <a:endParaRPr lang="en-US">
              <a:sym typeface="+mn-ea"/>
            </a:endParaRPr>
          </a:p>
          <a:p>
            <a:endParaRPr lang="en-US"/>
          </a:p>
          <a:p>
            <a:pPr marL="0" indent="0">
              <a:buNone/>
            </a:pPr>
            <a:r>
              <a:rPr lang="en-US">
                <a:hlinkClick r:id="rId1" action="ppaction://hlinkfile"/>
              </a:rPr>
              <a:t>epoll man page</a:t>
            </a:r>
            <a:endParaRPr lang="en-US">
              <a:hlinkClick r:id="rId1" action="ppaction://hlinkfile"/>
            </a:endParaRPr>
          </a:p>
          <a:p>
            <a:pPr marL="0" indent="0">
              <a:buNone/>
            </a:pPr>
            <a:r>
              <a:rPr lang="en-US">
                <a:hlinkClick r:id="rId2" action="ppaction://hlinkfile"/>
              </a:rPr>
              <a:t>difference between level triggered and edge triggered</a:t>
            </a: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Netty作为通讯网管的架构</a:t>
            </a:r>
            <a:endParaRPr lang="en-US" altLang="en-US"/>
          </a:p>
        </p:txBody>
      </p:sp>
      <p:pic>
        <p:nvPicPr>
          <p:cNvPr id="4" name="Content Placeholder 3" descr="front-and-end"/>
          <p:cNvPicPr>
            <a:picLocks noChangeAspect="1"/>
          </p:cNvPicPr>
          <p:nvPr>
            <p:ph idx="1"/>
          </p:nvPr>
        </p:nvPicPr>
        <p:blipFill>
          <a:blip r:embed="rId1"/>
          <a:stretch>
            <a:fillRect/>
          </a:stretch>
        </p:blipFill>
        <p:spPr>
          <a:xfrm>
            <a:off x="123825" y="2586990"/>
            <a:ext cx="11998325" cy="196024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t>几个问题</a:t>
            </a:r>
            <a:endParaRPr lang="en-US" altLang="en-US"/>
          </a:p>
        </p:txBody>
      </p:sp>
      <p:sp>
        <p:nvSpPr>
          <p:cNvPr id="3" name="Content Placeholder 2"/>
          <p:cNvSpPr>
            <a:spLocks noGrp="1"/>
          </p:cNvSpPr>
          <p:nvPr>
            <p:ph idx="1"/>
          </p:nvPr>
        </p:nvSpPr>
        <p:spPr/>
        <p:txBody>
          <a:bodyPr/>
          <a:p>
            <a:pPr marL="514350" indent="-514350">
              <a:buAutoNum type="arabicPeriod"/>
            </a:pPr>
            <a:r>
              <a:rPr lang="en-US" altLang="en-US"/>
              <a:t>连接的最核心是什么？</a:t>
            </a:r>
            <a:endParaRPr lang="en-US" altLang="en-US"/>
          </a:p>
          <a:p>
            <a:pPr marL="514350" indent="-514350">
              <a:buAutoNum type="arabicPeriod"/>
            </a:pPr>
            <a:r>
              <a:rPr lang="en-US" altLang="en-US"/>
              <a:t>数据库的事务，是不是一定要挂靠在一个线程上？</a:t>
            </a: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noChangeArrowheads="1"/>
          </p:cNvSpPr>
          <p:nvPr>
            <p:ph type="ctrTitle"/>
          </p:nvPr>
        </p:nvSpPr>
        <p:spPr/>
        <p:txBody>
          <a:bodyPr/>
          <a:p>
            <a:r>
              <a:rPr lang="en-US" altLang="en-US"/>
              <a:t>谢谢</a:t>
            </a:r>
            <a:endParaRPr lang="en-US" altLang="en-US"/>
          </a:p>
        </p:txBody>
      </p:sp>
      <p:sp>
        <p:nvSpPr>
          <p:cNvPr id="5" name="Subtitle 4"/>
          <p:cNvSpPr>
            <a:spLocks noGrp="1" noChangeArrowheads="1"/>
          </p:cNvSpPr>
          <p:nvPr>
            <p:ph type="subTitle" idx="1"/>
          </p:nvPr>
        </p:nvSpPr>
        <p:spPr/>
        <p:txBody>
          <a:bodyPr/>
          <a:p>
            <a:endParaRPr lang="en-US"/>
          </a:p>
        </p:txBody>
      </p:sp>
    </p:spTree>
  </p:cSld>
  <p:clrMapOvr>
    <a:masterClrMapping/>
  </p:clrMapOvr>
</p:sld>
</file>

<file path=ppt/theme/theme1.xml><?xml version="1.0" encoding="utf-8"?>
<a:theme xmlns:a="http://schemas.openxmlformats.org/drawingml/2006/main" name="Orange Waves">
  <a:themeElements>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fontScheme name="Orang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rang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rang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rang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rang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rang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rang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rang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rang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rang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rang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rang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rang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Orange Waves 13">
        <a:dk1>
          <a:srgbClr val="000000"/>
        </a:dk1>
        <a:lt1>
          <a:srgbClr val="FFFFFF"/>
        </a:lt1>
        <a:dk2>
          <a:srgbClr val="000000"/>
        </a:dk2>
        <a:lt2>
          <a:srgbClr val="969696"/>
        </a:lt2>
        <a:accent1>
          <a:srgbClr val="C73109"/>
        </a:accent1>
        <a:accent2>
          <a:srgbClr val="FF5050"/>
        </a:accent2>
        <a:accent3>
          <a:srgbClr val="FFFFFF"/>
        </a:accent3>
        <a:accent4>
          <a:srgbClr val="000000"/>
        </a:accent4>
        <a:accent5>
          <a:srgbClr val="E0ADAA"/>
        </a:accent5>
        <a:accent6>
          <a:srgbClr val="E74848"/>
        </a:accent6>
        <a:hlink>
          <a:srgbClr val="4D4D4D"/>
        </a:hlink>
        <a:folHlink>
          <a:srgbClr val="777777"/>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1323</Words>
  <Application>WPS 演示</Application>
  <PresentationFormat>Widescreen</PresentationFormat>
  <Paragraphs>106</Paragraphs>
  <Slides>26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26</vt:i4>
      </vt:variant>
    </vt:vector>
  </HeadingPairs>
  <TitlesOfParts>
    <vt:vector size="33" baseType="lpstr">
      <vt:lpstr>Arial</vt:lpstr>
      <vt:lpstr>宋体</vt:lpstr>
      <vt:lpstr>Wingdings</vt:lpstr>
      <vt:lpstr>微软雅黑</vt:lpstr>
      <vt:lpstr>Arial Unicode MS</vt:lpstr>
      <vt:lpstr>Calibri</vt:lpstr>
      <vt:lpstr>Orange Waves</vt:lpstr>
      <vt:lpstr>TCP/Java/Netty</vt:lpstr>
      <vt:lpstr>简要提纲</vt:lpstr>
      <vt:lpstr>TCP IO模型1-同步模型</vt:lpstr>
      <vt:lpstr>TCP IO模型2-非阻塞I/O模型</vt:lpstr>
      <vt:lpstr>TCP IO模型3-I/O复用模型</vt:lpstr>
      <vt:lpstr>TCP IO模型4-信号驱动I/O模型</vt:lpstr>
      <vt:lpstr>TCP IO模型5-异步I/O模型</vt:lpstr>
      <vt:lpstr>TCP IO模型比较</vt:lpstr>
      <vt:lpstr>Java的Socket实现</vt:lpstr>
      <vt:lpstr>单线程处理</vt:lpstr>
      <vt:lpstr>多线程处理</vt:lpstr>
      <vt:lpstr>无阻塞模式</vt:lpstr>
      <vt:lpstr>select()事件通知(只有读)</vt:lpstr>
      <vt:lpstr>基于select()的事件通知(全事件)</vt:lpstr>
      <vt:lpstr>Java同步</vt:lpstr>
      <vt:lpstr>Java伪同步</vt:lpstr>
      <vt:lpstr>Java使用Selector</vt:lpstr>
      <vt:lpstr>各个系统的基于事件实现</vt:lpstr>
      <vt:lpstr>Oracle JDK的Selector实现</vt:lpstr>
      <vt:lpstr>Netty在Linux下原生实现 (since 4.0.16)</vt:lpstr>
      <vt:lpstr>Netty在MacOS/BSD下原生实现 (since 4.1.11)</vt:lpstr>
      <vt:lpstr>JDK自带epoll与Netty的epoll区别</vt:lpstr>
      <vt:lpstr>LT与ET区别</vt:lpstr>
      <vt:lpstr>Netty作为通讯网管的架构</vt:lpstr>
      <vt:lpstr>几个问题</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TCP/Java/Netty</dc:title>
  <dc:creator>helly</dc:creator>
  <cp:lastModifiedBy>lg</cp:lastModifiedBy>
  <cp:revision>5</cp:revision>
  <dcterms:created xsi:type="dcterms:W3CDTF">2019-06-24T06:35:00Z</dcterms:created>
  <dcterms:modified xsi:type="dcterms:W3CDTF">2019-07-18T09:31:58Z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2052-10.1.0.7468</vt:lpwstr>
  </property>
</Properties>
</file>